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Ex1.xml" ContentType="application/vnd.ms-office.chartex+xml"/>
  <Override PartName="/ppt/charts/style2.xml" ContentType="application/vnd.ms-office.chartstyle+xml"/>
  <Override PartName="/ppt/charts/colors2.xml" ContentType="application/vnd.ms-office.chartcolorstyle+xml"/>
  <Override PartName="/ppt/charts/chartEx2.xml" ContentType="application/vnd.ms-office.chartex+xml"/>
  <Override PartName="/ppt/charts/style3.xml" ContentType="application/vnd.ms-office.chartstyle+xml"/>
  <Override PartName="/ppt/charts/colors3.xml" ContentType="application/vnd.ms-office.chartcolorstyle+xml"/>
  <Override PartName="/ppt/charts/chart2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7" r:id="rId2"/>
    <p:sldId id="263" r:id="rId3"/>
    <p:sldId id="258" r:id="rId4"/>
    <p:sldId id="260" r:id="rId5"/>
    <p:sldId id="265" r:id="rId6"/>
    <p:sldId id="259" r:id="rId7"/>
    <p:sldId id="264" r:id="rId8"/>
    <p:sldId id="267" r:id="rId9"/>
    <p:sldId id="268" r:id="rId10"/>
    <p:sldId id="269" r:id="rId11"/>
    <p:sldId id="262" r:id="rId12"/>
    <p:sldId id="261" r:id="rId13"/>
    <p:sldId id="27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95DFD7-18B7-494E-B4DD-55F1BEFE2632}" v="1" dt="2026-06-15T23:02:22.9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5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ve Kramer" userId="bcce48ad-c95c-460a-a502-f20500c18318" providerId="ADAL" clId="{8873D481-1E4B-46C5-A483-A89638950C57}"/>
    <pc:docChg chg="undo custSel addSld modSld">
      <pc:chgData name="Steve Kramer" userId="bcce48ad-c95c-460a-a502-f20500c18318" providerId="ADAL" clId="{8873D481-1E4B-46C5-A483-A89638950C57}" dt="2026-06-15T23:04:23.968" v="770" actId="20577"/>
      <pc:docMkLst>
        <pc:docMk/>
      </pc:docMkLst>
      <pc:sldChg chg="modSp new mod">
        <pc:chgData name="Steve Kramer" userId="bcce48ad-c95c-460a-a502-f20500c18318" providerId="ADAL" clId="{8873D481-1E4B-46C5-A483-A89638950C57}" dt="2026-06-15T23:04:23.968" v="770" actId="20577"/>
        <pc:sldMkLst>
          <pc:docMk/>
          <pc:sldMk cId="2468955468" sldId="270"/>
        </pc:sldMkLst>
        <pc:spChg chg="mod">
          <ac:chgData name="Steve Kramer" userId="bcce48ad-c95c-460a-a502-f20500c18318" providerId="ADAL" clId="{8873D481-1E4B-46C5-A483-A89638950C57}" dt="2026-06-15T23:04:23.968" v="770" actId="20577"/>
          <ac:spMkLst>
            <pc:docMk/>
            <pc:sldMk cId="2468955468" sldId="270"/>
            <ac:spMk id="2" creationId="{CDCC8CB3-340A-F9B2-5156-6DD2EFB120A9}"/>
          </ac:spMkLst>
        </pc:spChg>
        <pc:spChg chg="mod">
          <ac:chgData name="Steve Kramer" userId="bcce48ad-c95c-460a-a502-f20500c18318" providerId="ADAL" clId="{8873D481-1E4B-46C5-A483-A89638950C57}" dt="2026-06-15T23:01:35.097" v="11" actId="20577"/>
          <ac:spMkLst>
            <pc:docMk/>
            <pc:sldMk cId="2468955468" sldId="270"/>
            <ac:spMk id="3" creationId="{96326E62-2D2C-5A32-534B-F7EF65EBF13B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package" Target="../embeddings/Microsoft_Excel_Worksheet1.xlsx"/></Relationships>
</file>

<file path=ppt/charts/_rels/chartEx2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200" b="1" dirty="0"/>
              <a:t>[Product Level] [Metric] By Month, [Start</a:t>
            </a:r>
            <a:r>
              <a:rPr lang="en-US" sz="1200" b="1" baseline="0" dirty="0"/>
              <a:t> Date] – [End Date]</a:t>
            </a:r>
            <a:endParaRPr lang="en-US" sz="1200" b="1" dirty="0"/>
          </a:p>
        </c:rich>
      </c:tx>
      <c:layout>
        <c:manualLayout>
          <c:xMode val="edge"/>
          <c:yMode val="edge"/>
          <c:x val="3.5767159720672428E-4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HH Penetration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Sheet1!$A$2:$A$25</c:f>
              <c:numCache>
                <c:formatCode>General</c:formatCode>
                <c:ptCount val="24"/>
                <c:pt idx="0">
                  <c:v>202404</c:v>
                </c:pt>
                <c:pt idx="1">
                  <c:v>202405</c:v>
                </c:pt>
                <c:pt idx="2">
                  <c:v>202406</c:v>
                </c:pt>
                <c:pt idx="3">
                  <c:v>202407</c:v>
                </c:pt>
                <c:pt idx="4">
                  <c:v>202408</c:v>
                </c:pt>
                <c:pt idx="5">
                  <c:v>202409</c:v>
                </c:pt>
                <c:pt idx="6">
                  <c:v>202410</c:v>
                </c:pt>
                <c:pt idx="7">
                  <c:v>202411</c:v>
                </c:pt>
                <c:pt idx="8">
                  <c:v>202412</c:v>
                </c:pt>
                <c:pt idx="9">
                  <c:v>202501</c:v>
                </c:pt>
                <c:pt idx="10">
                  <c:v>202502</c:v>
                </c:pt>
                <c:pt idx="11">
                  <c:v>202503</c:v>
                </c:pt>
                <c:pt idx="12">
                  <c:v>202504</c:v>
                </c:pt>
                <c:pt idx="13">
                  <c:v>202505</c:v>
                </c:pt>
                <c:pt idx="14">
                  <c:v>202506</c:v>
                </c:pt>
                <c:pt idx="15">
                  <c:v>202507</c:v>
                </c:pt>
                <c:pt idx="16">
                  <c:v>202508</c:v>
                </c:pt>
                <c:pt idx="17">
                  <c:v>202509</c:v>
                </c:pt>
                <c:pt idx="18">
                  <c:v>202510</c:v>
                </c:pt>
                <c:pt idx="19">
                  <c:v>202511</c:v>
                </c:pt>
                <c:pt idx="20">
                  <c:v>202512</c:v>
                </c:pt>
                <c:pt idx="21">
                  <c:v>202601</c:v>
                </c:pt>
                <c:pt idx="22">
                  <c:v>202602</c:v>
                </c:pt>
                <c:pt idx="23">
                  <c:v>202603</c:v>
                </c:pt>
              </c:numCache>
            </c:numRef>
          </c:cat>
          <c:val>
            <c:numRef>
              <c:f>Sheet1!$B$2:$B$25</c:f>
              <c:numCache>
                <c:formatCode>0.0%</c:formatCode>
                <c:ptCount val="24"/>
                <c:pt idx="0">
                  <c:v>0.50416498386288755</c:v>
                </c:pt>
                <c:pt idx="1">
                  <c:v>0.5328083674492341</c:v>
                </c:pt>
                <c:pt idx="2">
                  <c:v>0.52806334584591208</c:v>
                </c:pt>
                <c:pt idx="3">
                  <c:v>0.52639182803704276</c:v>
                </c:pt>
                <c:pt idx="4">
                  <c:v>0.53271846807320045</c:v>
                </c:pt>
                <c:pt idx="5">
                  <c:v>0.52784951923474333</c:v>
                </c:pt>
                <c:pt idx="6">
                  <c:v>0.53197061094337506</c:v>
                </c:pt>
                <c:pt idx="7">
                  <c:v>0.53420712279758265</c:v>
                </c:pt>
                <c:pt idx="8">
                  <c:v>0.5465133920523465</c:v>
                </c:pt>
                <c:pt idx="9">
                  <c:v>0.4893935707860545</c:v>
                </c:pt>
                <c:pt idx="10">
                  <c:v>0.49774339452291672</c:v>
                </c:pt>
                <c:pt idx="11">
                  <c:v>0.52042566246707433</c:v>
                </c:pt>
                <c:pt idx="12">
                  <c:v>0.52090241483066402</c:v>
                </c:pt>
                <c:pt idx="13">
                  <c:v>0.54130846213580563</c:v>
                </c:pt>
                <c:pt idx="14">
                  <c:v>0.53445271899036628</c:v>
                </c:pt>
                <c:pt idx="15">
                  <c:v>0.54317152938069369</c:v>
                </c:pt>
                <c:pt idx="16">
                  <c:v>0.54699902693263791</c:v>
                </c:pt>
                <c:pt idx="17">
                  <c:v>0.52677027363737561</c:v>
                </c:pt>
                <c:pt idx="18">
                  <c:v>0.53896284577391451</c:v>
                </c:pt>
                <c:pt idx="19">
                  <c:v>0.54544280101565279</c:v>
                </c:pt>
                <c:pt idx="20">
                  <c:v>0.55697625485161328</c:v>
                </c:pt>
                <c:pt idx="21">
                  <c:v>0.50838521096687439</c:v>
                </c:pt>
                <c:pt idx="22">
                  <c:v>0.50939906176948735</c:v>
                </c:pt>
                <c:pt idx="23">
                  <c:v>0.52902932896045129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D85-4E67-B301-780F9515F3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217985968"/>
        <c:axId val="217986928"/>
      </c:barChart>
      <c:catAx>
        <c:axId val="21798596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bg1">
                <a:lumMod val="9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7986928"/>
        <c:crosses val="autoZero"/>
        <c:auto val="1"/>
        <c:lblAlgn val="ctr"/>
        <c:lblOffset val="100"/>
        <c:noMultiLvlLbl val="0"/>
      </c:catAx>
      <c:valAx>
        <c:axId val="217986928"/>
        <c:scaling>
          <c:orientation val="minMax"/>
        </c:scaling>
        <c:delete val="1"/>
        <c:axPos val="l"/>
        <c:numFmt formatCode="0.0%" sourceLinked="1"/>
        <c:majorTickMark val="none"/>
        <c:minorTickMark val="none"/>
        <c:tickLblPos val="nextTo"/>
        <c:crossAx val="2179859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200" b="1" dirty="0"/>
              <a:t>[Level 2 Name] [Metric] By Month, [Start</a:t>
            </a:r>
            <a:r>
              <a:rPr lang="en-US" sz="1200" b="1" baseline="0" dirty="0"/>
              <a:t> Date] – [End Date]</a:t>
            </a:r>
            <a:endParaRPr lang="en-US" sz="1200" b="1" dirty="0"/>
          </a:p>
        </c:rich>
      </c:tx>
      <c:layout>
        <c:manualLayout>
          <c:xMode val="edge"/>
          <c:yMode val="edge"/>
          <c:x val="3.5767159720672428E-4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Coca-Cola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Sheet1!$A$2:$A$28</c:f>
              <c:numCache>
                <c:formatCode>General</c:formatCode>
                <c:ptCount val="27"/>
                <c:pt idx="0">
                  <c:v>202401</c:v>
                </c:pt>
                <c:pt idx="1">
                  <c:v>202402</c:v>
                </c:pt>
                <c:pt idx="2">
                  <c:v>202403</c:v>
                </c:pt>
                <c:pt idx="3">
                  <c:v>202404</c:v>
                </c:pt>
                <c:pt idx="4">
                  <c:v>202405</c:v>
                </c:pt>
                <c:pt idx="5">
                  <c:v>202406</c:v>
                </c:pt>
                <c:pt idx="6">
                  <c:v>202407</c:v>
                </c:pt>
                <c:pt idx="7">
                  <c:v>202408</c:v>
                </c:pt>
                <c:pt idx="8">
                  <c:v>202409</c:v>
                </c:pt>
                <c:pt idx="9">
                  <c:v>202410</c:v>
                </c:pt>
                <c:pt idx="10">
                  <c:v>202411</c:v>
                </c:pt>
                <c:pt idx="11">
                  <c:v>202412</c:v>
                </c:pt>
                <c:pt idx="12">
                  <c:v>202501</c:v>
                </c:pt>
                <c:pt idx="13">
                  <c:v>202502</c:v>
                </c:pt>
                <c:pt idx="14">
                  <c:v>202503</c:v>
                </c:pt>
                <c:pt idx="15">
                  <c:v>202504</c:v>
                </c:pt>
                <c:pt idx="16">
                  <c:v>202505</c:v>
                </c:pt>
                <c:pt idx="17">
                  <c:v>202506</c:v>
                </c:pt>
                <c:pt idx="18">
                  <c:v>202507</c:v>
                </c:pt>
                <c:pt idx="19">
                  <c:v>202508</c:v>
                </c:pt>
                <c:pt idx="20">
                  <c:v>202509</c:v>
                </c:pt>
                <c:pt idx="21">
                  <c:v>202510</c:v>
                </c:pt>
                <c:pt idx="22">
                  <c:v>202511</c:v>
                </c:pt>
                <c:pt idx="23">
                  <c:v>202512</c:v>
                </c:pt>
                <c:pt idx="24">
                  <c:v>202601</c:v>
                </c:pt>
                <c:pt idx="25">
                  <c:v>202602</c:v>
                </c:pt>
                <c:pt idx="26">
                  <c:v>202603</c:v>
                </c:pt>
              </c:numCache>
            </c:numRef>
          </c:cat>
          <c:val>
            <c:numRef>
              <c:f>Sheet1!$B$2:$B$28</c:f>
              <c:numCache>
                <c:formatCode>0.0%</c:formatCode>
                <c:ptCount val="27"/>
                <c:pt idx="0">
                  <c:v>0.26288416639235113</c:v>
                </c:pt>
                <c:pt idx="1">
                  <c:v>0.26937739073471217</c:v>
                </c:pt>
                <c:pt idx="2">
                  <c:v>0.28705224004255298</c:v>
                </c:pt>
                <c:pt idx="3">
                  <c:v>0.27662605984786631</c:v>
                </c:pt>
                <c:pt idx="4">
                  <c:v>0.29422529433487787</c:v>
                </c:pt>
                <c:pt idx="5">
                  <c:v>0.29275062859287798</c:v>
                </c:pt>
                <c:pt idx="6">
                  <c:v>0.29326230233068917</c:v>
                </c:pt>
                <c:pt idx="7">
                  <c:v>0.29851657688245797</c:v>
                </c:pt>
                <c:pt idx="8">
                  <c:v>0.28782697130682933</c:v>
                </c:pt>
                <c:pt idx="9">
                  <c:v>0.29142421389384671</c:v>
                </c:pt>
                <c:pt idx="10">
                  <c:v>0.29686265492293112</c:v>
                </c:pt>
                <c:pt idx="11">
                  <c:v>0.30778614874378818</c:v>
                </c:pt>
                <c:pt idx="12">
                  <c:v>0.26153493752629042</c:v>
                </c:pt>
                <c:pt idx="13">
                  <c:v>0.2568061912860452</c:v>
                </c:pt>
                <c:pt idx="14">
                  <c:v>0.27278643406787573</c:v>
                </c:pt>
                <c:pt idx="15">
                  <c:v>0.27840278278875352</c:v>
                </c:pt>
                <c:pt idx="16">
                  <c:v>0.29396626079404509</c:v>
                </c:pt>
                <c:pt idx="17">
                  <c:v>0.28745586350307339</c:v>
                </c:pt>
                <c:pt idx="18">
                  <c:v>0.29945868442097168</c:v>
                </c:pt>
                <c:pt idx="19">
                  <c:v>0.30041199423812581</c:v>
                </c:pt>
                <c:pt idx="20">
                  <c:v>0.2843511947565</c:v>
                </c:pt>
                <c:pt idx="21">
                  <c:v>0.29050363254885048</c:v>
                </c:pt>
                <c:pt idx="22">
                  <c:v>0.29484034516942931</c:v>
                </c:pt>
                <c:pt idx="23">
                  <c:v>0.30708571603506329</c:v>
                </c:pt>
                <c:pt idx="24">
                  <c:v>0.26736990812556299</c:v>
                </c:pt>
                <c:pt idx="25">
                  <c:v>0.26226183105581569</c:v>
                </c:pt>
                <c:pt idx="26">
                  <c:v>0.27610199437149818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D85-4E67-B301-780F9515F32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Diet Coke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Sheet1!$A$2:$A$28</c:f>
              <c:numCache>
                <c:formatCode>General</c:formatCode>
                <c:ptCount val="27"/>
                <c:pt idx="0">
                  <c:v>202401</c:v>
                </c:pt>
                <c:pt idx="1">
                  <c:v>202402</c:v>
                </c:pt>
                <c:pt idx="2">
                  <c:v>202403</c:v>
                </c:pt>
                <c:pt idx="3">
                  <c:v>202404</c:v>
                </c:pt>
                <c:pt idx="4">
                  <c:v>202405</c:v>
                </c:pt>
                <c:pt idx="5">
                  <c:v>202406</c:v>
                </c:pt>
                <c:pt idx="6">
                  <c:v>202407</c:v>
                </c:pt>
                <c:pt idx="7">
                  <c:v>202408</c:v>
                </c:pt>
                <c:pt idx="8">
                  <c:v>202409</c:v>
                </c:pt>
                <c:pt idx="9">
                  <c:v>202410</c:v>
                </c:pt>
                <c:pt idx="10">
                  <c:v>202411</c:v>
                </c:pt>
                <c:pt idx="11">
                  <c:v>202412</c:v>
                </c:pt>
                <c:pt idx="12">
                  <c:v>202501</c:v>
                </c:pt>
                <c:pt idx="13">
                  <c:v>202502</c:v>
                </c:pt>
                <c:pt idx="14">
                  <c:v>202503</c:v>
                </c:pt>
                <c:pt idx="15">
                  <c:v>202504</c:v>
                </c:pt>
                <c:pt idx="16">
                  <c:v>202505</c:v>
                </c:pt>
                <c:pt idx="17">
                  <c:v>202506</c:v>
                </c:pt>
                <c:pt idx="18">
                  <c:v>202507</c:v>
                </c:pt>
                <c:pt idx="19">
                  <c:v>202508</c:v>
                </c:pt>
                <c:pt idx="20">
                  <c:v>202509</c:v>
                </c:pt>
                <c:pt idx="21">
                  <c:v>202510</c:v>
                </c:pt>
                <c:pt idx="22">
                  <c:v>202511</c:v>
                </c:pt>
                <c:pt idx="23">
                  <c:v>202512</c:v>
                </c:pt>
                <c:pt idx="24">
                  <c:v>202601</c:v>
                </c:pt>
                <c:pt idx="25">
                  <c:v>202602</c:v>
                </c:pt>
                <c:pt idx="26">
                  <c:v>202603</c:v>
                </c:pt>
              </c:numCache>
            </c:numRef>
          </c:cat>
          <c:val>
            <c:numRef>
              <c:f>Sheet1!$C$2:$C$28</c:f>
              <c:numCache>
                <c:formatCode>0.0%</c:formatCode>
                <c:ptCount val="27"/>
                <c:pt idx="0">
                  <c:v>0.1446625091969356</c:v>
                </c:pt>
                <c:pt idx="1">
                  <c:v>0.15162342429756989</c:v>
                </c:pt>
                <c:pt idx="2">
                  <c:v>0.1605372915662911</c:v>
                </c:pt>
                <c:pt idx="3">
                  <c:v>0.15704762801740779</c:v>
                </c:pt>
                <c:pt idx="4">
                  <c:v>0.16789358995073489</c:v>
                </c:pt>
                <c:pt idx="5">
                  <c:v>0.1687995758041744</c:v>
                </c:pt>
                <c:pt idx="6">
                  <c:v>0.16521403050726341</c:v>
                </c:pt>
                <c:pt idx="7">
                  <c:v>0.16815580375966119</c:v>
                </c:pt>
                <c:pt idx="8">
                  <c:v>0.1624396467900841</c:v>
                </c:pt>
                <c:pt idx="9">
                  <c:v>0.1699966416662935</c:v>
                </c:pt>
                <c:pt idx="10">
                  <c:v>0.1646727292425906</c:v>
                </c:pt>
                <c:pt idx="11">
                  <c:v>0.16758479374432131</c:v>
                </c:pt>
                <c:pt idx="12">
                  <c:v>0.14779376088803711</c:v>
                </c:pt>
                <c:pt idx="13">
                  <c:v>0.14900574249664689</c:v>
                </c:pt>
                <c:pt idx="14">
                  <c:v>0.16354075931260059</c:v>
                </c:pt>
                <c:pt idx="15">
                  <c:v>0.16009310213903641</c:v>
                </c:pt>
                <c:pt idx="16">
                  <c:v>0.1710588944147711</c:v>
                </c:pt>
                <c:pt idx="17">
                  <c:v>0.16510898155156181</c:v>
                </c:pt>
                <c:pt idx="18">
                  <c:v>0.1703039323360348</c:v>
                </c:pt>
                <c:pt idx="19">
                  <c:v>0.1702452509528376</c:v>
                </c:pt>
                <c:pt idx="20">
                  <c:v>0.16123714431558139</c:v>
                </c:pt>
                <c:pt idx="21">
                  <c:v>0.16675006334176659</c:v>
                </c:pt>
                <c:pt idx="22">
                  <c:v>0.16271094351394391</c:v>
                </c:pt>
                <c:pt idx="23">
                  <c:v>0.1658749561996897</c:v>
                </c:pt>
                <c:pt idx="24">
                  <c:v>0.153253728740495</c:v>
                </c:pt>
                <c:pt idx="25">
                  <c:v>0.15115641812837721</c:v>
                </c:pt>
                <c:pt idx="26">
                  <c:v>0.1595927449095928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634-483D-AF6D-99E62CFCCE1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Coca-Cola Zero Sugar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Sheet1!$A$2:$A$28</c:f>
              <c:numCache>
                <c:formatCode>General</c:formatCode>
                <c:ptCount val="27"/>
                <c:pt idx="0">
                  <c:v>202401</c:v>
                </c:pt>
                <c:pt idx="1">
                  <c:v>202402</c:v>
                </c:pt>
                <c:pt idx="2">
                  <c:v>202403</c:v>
                </c:pt>
                <c:pt idx="3">
                  <c:v>202404</c:v>
                </c:pt>
                <c:pt idx="4">
                  <c:v>202405</c:v>
                </c:pt>
                <c:pt idx="5">
                  <c:v>202406</c:v>
                </c:pt>
                <c:pt idx="6">
                  <c:v>202407</c:v>
                </c:pt>
                <c:pt idx="7">
                  <c:v>202408</c:v>
                </c:pt>
                <c:pt idx="8">
                  <c:v>202409</c:v>
                </c:pt>
                <c:pt idx="9">
                  <c:v>202410</c:v>
                </c:pt>
                <c:pt idx="10">
                  <c:v>202411</c:v>
                </c:pt>
                <c:pt idx="11">
                  <c:v>202412</c:v>
                </c:pt>
                <c:pt idx="12">
                  <c:v>202501</c:v>
                </c:pt>
                <c:pt idx="13">
                  <c:v>202502</c:v>
                </c:pt>
                <c:pt idx="14">
                  <c:v>202503</c:v>
                </c:pt>
                <c:pt idx="15">
                  <c:v>202504</c:v>
                </c:pt>
                <c:pt idx="16">
                  <c:v>202505</c:v>
                </c:pt>
                <c:pt idx="17">
                  <c:v>202506</c:v>
                </c:pt>
                <c:pt idx="18">
                  <c:v>202507</c:v>
                </c:pt>
                <c:pt idx="19">
                  <c:v>202508</c:v>
                </c:pt>
                <c:pt idx="20">
                  <c:v>202509</c:v>
                </c:pt>
                <c:pt idx="21">
                  <c:v>202510</c:v>
                </c:pt>
                <c:pt idx="22">
                  <c:v>202511</c:v>
                </c:pt>
                <c:pt idx="23">
                  <c:v>202512</c:v>
                </c:pt>
                <c:pt idx="24">
                  <c:v>202601</c:v>
                </c:pt>
                <c:pt idx="25">
                  <c:v>202602</c:v>
                </c:pt>
                <c:pt idx="26">
                  <c:v>202603</c:v>
                </c:pt>
              </c:numCache>
            </c:numRef>
          </c:cat>
          <c:val>
            <c:numRef>
              <c:f>Sheet1!$D$2:$D$28</c:f>
              <c:numCache>
                <c:formatCode>0.0%</c:formatCode>
                <c:ptCount val="27"/>
                <c:pt idx="0">
                  <c:v>0.10631586653373799</c:v>
                </c:pt>
                <c:pt idx="1">
                  <c:v>0.1093992110897377</c:v>
                </c:pt>
                <c:pt idx="2">
                  <c:v>0.1177346964638388</c:v>
                </c:pt>
                <c:pt idx="3">
                  <c:v>0.1171780147344226</c:v>
                </c:pt>
                <c:pt idx="4">
                  <c:v>0.124739604934168</c:v>
                </c:pt>
                <c:pt idx="5">
                  <c:v>0.1235327740421325</c:v>
                </c:pt>
                <c:pt idx="6">
                  <c:v>0.1238868841459671</c:v>
                </c:pt>
                <c:pt idx="7">
                  <c:v>0.1255247276128173</c:v>
                </c:pt>
                <c:pt idx="8">
                  <c:v>0.1249316290175343</c:v>
                </c:pt>
                <c:pt idx="9">
                  <c:v>0.12634477769910199</c:v>
                </c:pt>
                <c:pt idx="10">
                  <c:v>0.1281551135970817</c:v>
                </c:pt>
                <c:pt idx="11">
                  <c:v>0.12842611039083171</c:v>
                </c:pt>
                <c:pt idx="12">
                  <c:v>0.1145649470569276</c:v>
                </c:pt>
                <c:pt idx="13">
                  <c:v>0.1116624298883451</c:v>
                </c:pt>
                <c:pt idx="14">
                  <c:v>0.1197197789985236</c:v>
                </c:pt>
                <c:pt idx="15">
                  <c:v>0.12307570872752049</c:v>
                </c:pt>
                <c:pt idx="16">
                  <c:v>0.13139084687702221</c:v>
                </c:pt>
                <c:pt idx="17">
                  <c:v>0.12808282333429441</c:v>
                </c:pt>
                <c:pt idx="18">
                  <c:v>0.13394146896082529</c:v>
                </c:pt>
                <c:pt idx="19">
                  <c:v>0.13260482731003259</c:v>
                </c:pt>
                <c:pt idx="20">
                  <c:v>0.12734459255965269</c:v>
                </c:pt>
                <c:pt idx="21">
                  <c:v>0.1310650351195955</c:v>
                </c:pt>
                <c:pt idx="22">
                  <c:v>0.12763751310705129</c:v>
                </c:pt>
                <c:pt idx="23">
                  <c:v>0.1337377186238404</c:v>
                </c:pt>
                <c:pt idx="24">
                  <c:v>0.1203385917560664</c:v>
                </c:pt>
                <c:pt idx="25">
                  <c:v>0.1206257135799163</c:v>
                </c:pt>
                <c:pt idx="26">
                  <c:v>0.12855942748299731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634-483D-AF6D-99E62CFCCE1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Sprite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Sheet1!$A$2:$A$28</c:f>
              <c:numCache>
                <c:formatCode>General</c:formatCode>
                <c:ptCount val="27"/>
                <c:pt idx="0">
                  <c:v>202401</c:v>
                </c:pt>
                <c:pt idx="1">
                  <c:v>202402</c:v>
                </c:pt>
                <c:pt idx="2">
                  <c:v>202403</c:v>
                </c:pt>
                <c:pt idx="3">
                  <c:v>202404</c:v>
                </c:pt>
                <c:pt idx="4">
                  <c:v>202405</c:v>
                </c:pt>
                <c:pt idx="5">
                  <c:v>202406</c:v>
                </c:pt>
                <c:pt idx="6">
                  <c:v>202407</c:v>
                </c:pt>
                <c:pt idx="7">
                  <c:v>202408</c:v>
                </c:pt>
                <c:pt idx="8">
                  <c:v>202409</c:v>
                </c:pt>
                <c:pt idx="9">
                  <c:v>202410</c:v>
                </c:pt>
                <c:pt idx="10">
                  <c:v>202411</c:v>
                </c:pt>
                <c:pt idx="11">
                  <c:v>202412</c:v>
                </c:pt>
                <c:pt idx="12">
                  <c:v>202501</c:v>
                </c:pt>
                <c:pt idx="13">
                  <c:v>202502</c:v>
                </c:pt>
                <c:pt idx="14">
                  <c:v>202503</c:v>
                </c:pt>
                <c:pt idx="15">
                  <c:v>202504</c:v>
                </c:pt>
                <c:pt idx="16">
                  <c:v>202505</c:v>
                </c:pt>
                <c:pt idx="17">
                  <c:v>202506</c:v>
                </c:pt>
                <c:pt idx="18">
                  <c:v>202507</c:v>
                </c:pt>
                <c:pt idx="19">
                  <c:v>202508</c:v>
                </c:pt>
                <c:pt idx="20">
                  <c:v>202509</c:v>
                </c:pt>
                <c:pt idx="21">
                  <c:v>202510</c:v>
                </c:pt>
                <c:pt idx="22">
                  <c:v>202511</c:v>
                </c:pt>
                <c:pt idx="23">
                  <c:v>202512</c:v>
                </c:pt>
                <c:pt idx="24">
                  <c:v>202601</c:v>
                </c:pt>
                <c:pt idx="25">
                  <c:v>202602</c:v>
                </c:pt>
                <c:pt idx="26">
                  <c:v>202603</c:v>
                </c:pt>
              </c:numCache>
            </c:numRef>
          </c:cat>
          <c:val>
            <c:numRef>
              <c:f>Sheet1!$E$2:$E$28</c:f>
              <c:numCache>
                <c:formatCode>0.0%</c:formatCode>
                <c:ptCount val="27"/>
                <c:pt idx="0">
                  <c:v>0.1476715541094776</c:v>
                </c:pt>
                <c:pt idx="1">
                  <c:v>0.15661370137199321</c:v>
                </c:pt>
                <c:pt idx="2">
                  <c:v>0.1719290151551518</c:v>
                </c:pt>
                <c:pt idx="3">
                  <c:v>0.1584117185449529</c:v>
                </c:pt>
                <c:pt idx="4">
                  <c:v>0.17640494856536049</c:v>
                </c:pt>
                <c:pt idx="5">
                  <c:v>0.17421538237869971</c:v>
                </c:pt>
                <c:pt idx="6">
                  <c:v>0.17657996099742809</c:v>
                </c:pt>
                <c:pt idx="7">
                  <c:v>0.1777158309597747</c:v>
                </c:pt>
                <c:pt idx="8">
                  <c:v>0.16501640659521999</c:v>
                </c:pt>
                <c:pt idx="9">
                  <c:v>0.16950174783709329</c:v>
                </c:pt>
                <c:pt idx="10">
                  <c:v>0.1736884290869796</c:v>
                </c:pt>
                <c:pt idx="11">
                  <c:v>0.1875431952262657</c:v>
                </c:pt>
                <c:pt idx="12">
                  <c:v>0.15242373634213771</c:v>
                </c:pt>
                <c:pt idx="13">
                  <c:v>0.15243118721058979</c:v>
                </c:pt>
                <c:pt idx="14">
                  <c:v>0.16338937588095701</c:v>
                </c:pt>
                <c:pt idx="15">
                  <c:v>0.15831461340445671</c:v>
                </c:pt>
                <c:pt idx="16">
                  <c:v>0.1700830131789941</c:v>
                </c:pt>
                <c:pt idx="17">
                  <c:v>0.1652300891519998</c:v>
                </c:pt>
                <c:pt idx="18">
                  <c:v>0.1740697950916264</c:v>
                </c:pt>
                <c:pt idx="19">
                  <c:v>0.16794534589790791</c:v>
                </c:pt>
                <c:pt idx="20">
                  <c:v>0.1563446393015088</c:v>
                </c:pt>
                <c:pt idx="21">
                  <c:v>0.16036748539545639</c:v>
                </c:pt>
                <c:pt idx="22">
                  <c:v>0.16400080849289581</c:v>
                </c:pt>
                <c:pt idx="23">
                  <c:v>0.17436758295421159</c:v>
                </c:pt>
                <c:pt idx="24">
                  <c:v>0.1475658091233425</c:v>
                </c:pt>
                <c:pt idx="25">
                  <c:v>0.1447948934721279</c:v>
                </c:pt>
                <c:pt idx="26">
                  <c:v>0.15205470237012311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634-483D-AF6D-99E62CFCCE13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Sprite Zero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numRef>
              <c:f>Sheet1!$A$2:$A$28</c:f>
              <c:numCache>
                <c:formatCode>General</c:formatCode>
                <c:ptCount val="27"/>
                <c:pt idx="0">
                  <c:v>202401</c:v>
                </c:pt>
                <c:pt idx="1">
                  <c:v>202402</c:v>
                </c:pt>
                <c:pt idx="2">
                  <c:v>202403</c:v>
                </c:pt>
                <c:pt idx="3">
                  <c:v>202404</c:v>
                </c:pt>
                <c:pt idx="4">
                  <c:v>202405</c:v>
                </c:pt>
                <c:pt idx="5">
                  <c:v>202406</c:v>
                </c:pt>
                <c:pt idx="6">
                  <c:v>202407</c:v>
                </c:pt>
                <c:pt idx="7">
                  <c:v>202408</c:v>
                </c:pt>
                <c:pt idx="8">
                  <c:v>202409</c:v>
                </c:pt>
                <c:pt idx="9">
                  <c:v>202410</c:v>
                </c:pt>
                <c:pt idx="10">
                  <c:v>202411</c:v>
                </c:pt>
                <c:pt idx="11">
                  <c:v>202412</c:v>
                </c:pt>
                <c:pt idx="12">
                  <c:v>202501</c:v>
                </c:pt>
                <c:pt idx="13">
                  <c:v>202502</c:v>
                </c:pt>
                <c:pt idx="14">
                  <c:v>202503</c:v>
                </c:pt>
                <c:pt idx="15">
                  <c:v>202504</c:v>
                </c:pt>
                <c:pt idx="16">
                  <c:v>202505</c:v>
                </c:pt>
                <c:pt idx="17">
                  <c:v>202506</c:v>
                </c:pt>
                <c:pt idx="18">
                  <c:v>202507</c:v>
                </c:pt>
                <c:pt idx="19">
                  <c:v>202508</c:v>
                </c:pt>
                <c:pt idx="20">
                  <c:v>202509</c:v>
                </c:pt>
                <c:pt idx="21">
                  <c:v>202510</c:v>
                </c:pt>
                <c:pt idx="22">
                  <c:v>202511</c:v>
                </c:pt>
                <c:pt idx="23">
                  <c:v>202512</c:v>
                </c:pt>
                <c:pt idx="24">
                  <c:v>202601</c:v>
                </c:pt>
                <c:pt idx="25">
                  <c:v>202602</c:v>
                </c:pt>
                <c:pt idx="26">
                  <c:v>202603</c:v>
                </c:pt>
              </c:numCache>
            </c:numRef>
          </c:cat>
          <c:val>
            <c:numRef>
              <c:f>Sheet1!$F$2:$F$28</c:f>
              <c:numCache>
                <c:formatCode>0.0%</c:formatCode>
                <c:ptCount val="27"/>
                <c:pt idx="0">
                  <c:v>4.954770247253179E-2</c:v>
                </c:pt>
                <c:pt idx="1">
                  <c:v>5.2806788770446228E-2</c:v>
                </c:pt>
                <c:pt idx="2">
                  <c:v>5.6781675058363248E-2</c:v>
                </c:pt>
                <c:pt idx="3">
                  <c:v>5.557944379863488E-2</c:v>
                </c:pt>
                <c:pt idx="4">
                  <c:v>5.6654703537305687E-2</c:v>
                </c:pt>
                <c:pt idx="5">
                  <c:v>5.9262605028491212E-2</c:v>
                </c:pt>
                <c:pt idx="6">
                  <c:v>5.7860529369100973E-2</c:v>
                </c:pt>
                <c:pt idx="7">
                  <c:v>5.9020496419466072E-2</c:v>
                </c:pt>
                <c:pt idx="8">
                  <c:v>5.7066139624988042E-2</c:v>
                </c:pt>
                <c:pt idx="9">
                  <c:v>5.8071635847961177E-2</c:v>
                </c:pt>
                <c:pt idx="10">
                  <c:v>5.7125867068050118E-2</c:v>
                </c:pt>
                <c:pt idx="11">
                  <c:v>6.2788790102639311E-2</c:v>
                </c:pt>
                <c:pt idx="12">
                  <c:v>5.3156260098869423E-2</c:v>
                </c:pt>
                <c:pt idx="13">
                  <c:v>5.530952593137059E-2</c:v>
                </c:pt>
                <c:pt idx="14">
                  <c:v>5.9587481663157457E-2</c:v>
                </c:pt>
                <c:pt idx="15">
                  <c:v>5.7872154676789703E-2</c:v>
                </c:pt>
                <c:pt idx="16">
                  <c:v>6.1685143844459632E-2</c:v>
                </c:pt>
                <c:pt idx="17">
                  <c:v>6.0195836333672537E-2</c:v>
                </c:pt>
                <c:pt idx="18">
                  <c:v>6.4044205635109319E-2</c:v>
                </c:pt>
                <c:pt idx="19">
                  <c:v>6.3673817244923589E-2</c:v>
                </c:pt>
                <c:pt idx="20">
                  <c:v>5.9529689974545059E-2</c:v>
                </c:pt>
                <c:pt idx="21">
                  <c:v>6.3947122888870209E-2</c:v>
                </c:pt>
                <c:pt idx="22">
                  <c:v>5.9111045571695331E-2</c:v>
                </c:pt>
                <c:pt idx="23">
                  <c:v>6.2960573043074633E-2</c:v>
                </c:pt>
                <c:pt idx="24">
                  <c:v>5.7605913087406979E-2</c:v>
                </c:pt>
                <c:pt idx="25">
                  <c:v>5.3739820158992868E-2</c:v>
                </c:pt>
                <c:pt idx="26">
                  <c:v>5.8520052863963813E-2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2634-483D-AF6D-99E62CFCCE13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Coca-Cola Cherry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numRef>
              <c:f>Sheet1!$A$2:$A$28</c:f>
              <c:numCache>
                <c:formatCode>General</c:formatCode>
                <c:ptCount val="27"/>
                <c:pt idx="0">
                  <c:v>202401</c:v>
                </c:pt>
                <c:pt idx="1">
                  <c:v>202402</c:v>
                </c:pt>
                <c:pt idx="2">
                  <c:v>202403</c:v>
                </c:pt>
                <c:pt idx="3">
                  <c:v>202404</c:v>
                </c:pt>
                <c:pt idx="4">
                  <c:v>202405</c:v>
                </c:pt>
                <c:pt idx="5">
                  <c:v>202406</c:v>
                </c:pt>
                <c:pt idx="6">
                  <c:v>202407</c:v>
                </c:pt>
                <c:pt idx="7">
                  <c:v>202408</c:v>
                </c:pt>
                <c:pt idx="8">
                  <c:v>202409</c:v>
                </c:pt>
                <c:pt idx="9">
                  <c:v>202410</c:v>
                </c:pt>
                <c:pt idx="10">
                  <c:v>202411</c:v>
                </c:pt>
                <c:pt idx="11">
                  <c:v>202412</c:v>
                </c:pt>
                <c:pt idx="12">
                  <c:v>202501</c:v>
                </c:pt>
                <c:pt idx="13">
                  <c:v>202502</c:v>
                </c:pt>
                <c:pt idx="14">
                  <c:v>202503</c:v>
                </c:pt>
                <c:pt idx="15">
                  <c:v>202504</c:v>
                </c:pt>
                <c:pt idx="16">
                  <c:v>202505</c:v>
                </c:pt>
                <c:pt idx="17">
                  <c:v>202506</c:v>
                </c:pt>
                <c:pt idx="18">
                  <c:v>202507</c:v>
                </c:pt>
                <c:pt idx="19">
                  <c:v>202508</c:v>
                </c:pt>
                <c:pt idx="20">
                  <c:v>202509</c:v>
                </c:pt>
                <c:pt idx="21">
                  <c:v>202510</c:v>
                </c:pt>
                <c:pt idx="22">
                  <c:v>202511</c:v>
                </c:pt>
                <c:pt idx="23">
                  <c:v>202512</c:v>
                </c:pt>
                <c:pt idx="24">
                  <c:v>202601</c:v>
                </c:pt>
                <c:pt idx="25">
                  <c:v>202602</c:v>
                </c:pt>
                <c:pt idx="26">
                  <c:v>202603</c:v>
                </c:pt>
              </c:numCache>
            </c:numRef>
          </c:cat>
          <c:val>
            <c:numRef>
              <c:f>Sheet1!$G$2:$G$28</c:f>
              <c:numCache>
                <c:formatCode>0.0%</c:formatCode>
                <c:ptCount val="27"/>
                <c:pt idx="0">
                  <c:v>4.814642866579584E-2</c:v>
                </c:pt>
                <c:pt idx="1">
                  <c:v>4.9521630410158612E-2</c:v>
                </c:pt>
                <c:pt idx="2">
                  <c:v>4.930863414729722E-2</c:v>
                </c:pt>
                <c:pt idx="3">
                  <c:v>4.6931081194981517E-2</c:v>
                </c:pt>
                <c:pt idx="4">
                  <c:v>5.0838979157113363E-2</c:v>
                </c:pt>
                <c:pt idx="5">
                  <c:v>5.3582650388331363E-2</c:v>
                </c:pt>
                <c:pt idx="6">
                  <c:v>5.4364107134633119E-2</c:v>
                </c:pt>
                <c:pt idx="7">
                  <c:v>5.4205731970773351E-2</c:v>
                </c:pt>
                <c:pt idx="8">
                  <c:v>5.1289404089438169E-2</c:v>
                </c:pt>
                <c:pt idx="9">
                  <c:v>5.183940127452992E-2</c:v>
                </c:pt>
                <c:pt idx="10">
                  <c:v>5.1492351017101763E-2</c:v>
                </c:pt>
                <c:pt idx="11">
                  <c:v>5.2258381026806557E-2</c:v>
                </c:pt>
                <c:pt idx="12">
                  <c:v>4.5891750573069483E-2</c:v>
                </c:pt>
                <c:pt idx="13">
                  <c:v>4.2972692342052261E-2</c:v>
                </c:pt>
                <c:pt idx="14">
                  <c:v>4.6923008151379453E-2</c:v>
                </c:pt>
                <c:pt idx="15">
                  <c:v>4.6527294834742591E-2</c:v>
                </c:pt>
                <c:pt idx="16">
                  <c:v>5.1427683177786412E-2</c:v>
                </c:pt>
                <c:pt idx="17">
                  <c:v>5.0950571324043757E-2</c:v>
                </c:pt>
                <c:pt idx="18">
                  <c:v>5.3153189297857263E-2</c:v>
                </c:pt>
                <c:pt idx="19">
                  <c:v>5.2514300627061958E-2</c:v>
                </c:pt>
                <c:pt idx="20">
                  <c:v>4.9372318857592808E-2</c:v>
                </c:pt>
                <c:pt idx="21">
                  <c:v>5.1810986681874643E-2</c:v>
                </c:pt>
                <c:pt idx="22">
                  <c:v>5.0697898352026212E-2</c:v>
                </c:pt>
                <c:pt idx="23">
                  <c:v>4.829320211382037E-2</c:v>
                </c:pt>
                <c:pt idx="24">
                  <c:v>4.4214834382808363E-2</c:v>
                </c:pt>
                <c:pt idx="25">
                  <c:v>5.911899865745579E-2</c:v>
                </c:pt>
                <c:pt idx="26">
                  <c:v>6.7061846369882092E-2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2634-483D-AF6D-99E62CFCCE13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Coca-Cola Cherry Zero</c:v>
                </c:pt>
              </c:strCache>
            </c:strRef>
          </c:tx>
          <c:spPr>
            <a:ln w="28575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Sheet1!$A$2:$A$28</c:f>
              <c:numCache>
                <c:formatCode>General</c:formatCode>
                <c:ptCount val="27"/>
                <c:pt idx="0">
                  <c:v>202401</c:v>
                </c:pt>
                <c:pt idx="1">
                  <c:v>202402</c:v>
                </c:pt>
                <c:pt idx="2">
                  <c:v>202403</c:v>
                </c:pt>
                <c:pt idx="3">
                  <c:v>202404</c:v>
                </c:pt>
                <c:pt idx="4">
                  <c:v>202405</c:v>
                </c:pt>
                <c:pt idx="5">
                  <c:v>202406</c:v>
                </c:pt>
                <c:pt idx="6">
                  <c:v>202407</c:v>
                </c:pt>
                <c:pt idx="7">
                  <c:v>202408</c:v>
                </c:pt>
                <c:pt idx="8">
                  <c:v>202409</c:v>
                </c:pt>
                <c:pt idx="9">
                  <c:v>202410</c:v>
                </c:pt>
                <c:pt idx="10">
                  <c:v>202411</c:v>
                </c:pt>
                <c:pt idx="11">
                  <c:v>202412</c:v>
                </c:pt>
                <c:pt idx="12">
                  <c:v>202501</c:v>
                </c:pt>
                <c:pt idx="13">
                  <c:v>202502</c:v>
                </c:pt>
                <c:pt idx="14">
                  <c:v>202503</c:v>
                </c:pt>
                <c:pt idx="15">
                  <c:v>202504</c:v>
                </c:pt>
                <c:pt idx="16">
                  <c:v>202505</c:v>
                </c:pt>
                <c:pt idx="17">
                  <c:v>202506</c:v>
                </c:pt>
                <c:pt idx="18">
                  <c:v>202507</c:v>
                </c:pt>
                <c:pt idx="19">
                  <c:v>202508</c:v>
                </c:pt>
                <c:pt idx="20">
                  <c:v>202509</c:v>
                </c:pt>
                <c:pt idx="21">
                  <c:v>202510</c:v>
                </c:pt>
                <c:pt idx="22">
                  <c:v>202511</c:v>
                </c:pt>
                <c:pt idx="23">
                  <c:v>202512</c:v>
                </c:pt>
                <c:pt idx="24">
                  <c:v>202601</c:v>
                </c:pt>
                <c:pt idx="25">
                  <c:v>202602</c:v>
                </c:pt>
                <c:pt idx="26">
                  <c:v>202603</c:v>
                </c:pt>
              </c:numCache>
            </c:numRef>
          </c:cat>
          <c:val>
            <c:numRef>
              <c:f>Sheet1!$H$2:$H$28</c:f>
              <c:numCache>
                <c:formatCode>0.0%</c:formatCode>
                <c:ptCount val="27"/>
                <c:pt idx="0">
                  <c:v>2.5544420175902551E-2</c:v>
                </c:pt>
                <c:pt idx="1">
                  <c:v>2.4349270983529861E-2</c:v>
                </c:pt>
                <c:pt idx="2">
                  <c:v>2.570961335915703E-2</c:v>
                </c:pt>
                <c:pt idx="3">
                  <c:v>2.5751446678382351E-2</c:v>
                </c:pt>
                <c:pt idx="4">
                  <c:v>2.659420007164481E-2</c:v>
                </c:pt>
                <c:pt idx="5">
                  <c:v>2.628885577220328E-2</c:v>
                </c:pt>
                <c:pt idx="6">
                  <c:v>2.844726352638012E-2</c:v>
                </c:pt>
                <c:pt idx="7">
                  <c:v>2.6518626898591191E-2</c:v>
                </c:pt>
                <c:pt idx="8">
                  <c:v>2.6018544105742041E-2</c:v>
                </c:pt>
                <c:pt idx="9">
                  <c:v>3.0460507681914242E-2</c:v>
                </c:pt>
                <c:pt idx="10">
                  <c:v>2.814868049352998E-2</c:v>
                </c:pt>
                <c:pt idx="11">
                  <c:v>2.6441734754607701E-2</c:v>
                </c:pt>
                <c:pt idx="12">
                  <c:v>2.5166991854760179E-2</c:v>
                </c:pt>
                <c:pt idx="13">
                  <c:v>2.3414237277790951E-2</c:v>
                </c:pt>
                <c:pt idx="14">
                  <c:v>2.7267172446653928E-2</c:v>
                </c:pt>
                <c:pt idx="15">
                  <c:v>2.532581829572967E-2</c:v>
                </c:pt>
                <c:pt idx="16">
                  <c:v>2.948731650234521E-2</c:v>
                </c:pt>
                <c:pt idx="17">
                  <c:v>2.9418229687238898E-2</c:v>
                </c:pt>
                <c:pt idx="18">
                  <c:v>3.2279987084799053E-2</c:v>
                </c:pt>
                <c:pt idx="19">
                  <c:v>2.9815022460923109E-2</c:v>
                </c:pt>
                <c:pt idx="20">
                  <c:v>2.9752374918866269E-2</c:v>
                </c:pt>
                <c:pt idx="21">
                  <c:v>3.070136404220266E-2</c:v>
                </c:pt>
                <c:pt idx="22">
                  <c:v>2.807097026590125E-2</c:v>
                </c:pt>
                <c:pt idx="23">
                  <c:v>2.8169521959858449E-2</c:v>
                </c:pt>
                <c:pt idx="24">
                  <c:v>2.8532698873429858E-2</c:v>
                </c:pt>
                <c:pt idx="25">
                  <c:v>3.6770610272354301E-2</c:v>
                </c:pt>
                <c:pt idx="26">
                  <c:v>4.3161540555190163E-2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2634-483D-AF6D-99E62CFCCE1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7985968"/>
        <c:axId val="217986928"/>
      </c:lineChart>
      <c:catAx>
        <c:axId val="21798596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bg1">
                <a:lumMod val="9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7986928"/>
        <c:crosses val="autoZero"/>
        <c:auto val="1"/>
        <c:lblAlgn val="ctr"/>
        <c:lblOffset val="100"/>
        <c:noMultiLvlLbl val="0"/>
      </c:catAx>
      <c:valAx>
        <c:axId val="217986928"/>
        <c:scaling>
          <c:orientation val="minMax"/>
        </c:scaling>
        <c:delete val="1"/>
        <c:axPos val="l"/>
        <c:numFmt formatCode="0.0%" sourceLinked="1"/>
        <c:majorTickMark val="none"/>
        <c:minorTickMark val="none"/>
        <c:tickLblPos val="nextTo"/>
        <c:crossAx val="2179859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Sheet1!$A$2:$A$12</cx:f>
        <cx:lvl ptCount="11">
          <cx:pt idx="0">Coca-Cola</cx:pt>
          <cx:pt idx="1">Diet Coke</cx:pt>
          <cx:pt idx="2">Coca-Cola Zero Sugar</cx:pt>
          <cx:pt idx="3">Sprite</cx:pt>
          <cx:pt idx="4">Sprite Zero</cx:pt>
          <cx:pt idx="5">Coca-Cola Cherry</cx:pt>
          <cx:pt idx="6">Coca-Cola Cherry Zero</cx:pt>
          <cx:pt idx="7">Fresca</cx:pt>
          <cx:pt idx="8">Fanta Orange</cx:pt>
          <cx:pt idx="9">Barq's Root Beer</cx:pt>
          <cx:pt idx="10">Other</cx:pt>
        </cx:lvl>
      </cx:strDim>
      <cx:numDim type="size">
        <cx:f>Sheet1!$B$2:$B$12</cx:f>
        <cx:lvl ptCount="11" formatCode="0.0%">
          <cx:pt idx="0">0.31860989384933036</cx:pt>
          <cx:pt idx="1">0.21689999956693787</cx:pt>
          <cx:pt idx="2">0.14702722981986471</cx:pt>
          <cx:pt idx="3">0.10200046443813951</cx:pt>
          <cx:pt idx="4">0.043894430593498943</cx:pt>
          <cx:pt idx="5">0.035257701869726925</cx:pt>
          <cx:pt idx="6">0.024799351443136244</cx:pt>
          <cx:pt idx="7">0.018906792838288167</cx:pt>
          <cx:pt idx="8">0.017309530495709102</cx:pt>
          <cx:pt idx="9">0.0086997952665620604</cx:pt>
          <cx:pt idx="10">0.066594809818805875</cx:pt>
        </cx:lvl>
      </cx:numDim>
    </cx:data>
  </cx:chartData>
  <cx:chart>
    <cx:title pos="t" align="ctr" overlay="0">
      <cx:tx>
        <cx:rich>
          <a:bodyPr rot="0" spcFirstLastPara="1" vertOverflow="ellipsis" vert="horz" wrap="square" lIns="38100" tIns="19050" rIns="38100" bIns="19050" anchor="ctr" anchorCtr="1" compatLnSpc="0"/>
          <a:lstStyle/>
          <a:p>
            <a:pPr algn="ctr" rtl="0">
              <a:defRPr sz="1200" b="1" i="0" u="none" strike="noStrike" kern="1200" spc="0" baseline="0">
                <a:solidFill>
                  <a:srgbClr val="004A52"/>
                </a:solidFill>
                <a:latin typeface="+mn-lt"/>
                <a:ea typeface="+mn-ea"/>
                <a:cs typeface="+mn-cs"/>
              </a:defRPr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4A52"/>
                </a:solidFill>
                <a:effectLst/>
                <a:uLnTx/>
                <a:uFillTx/>
                <a:latin typeface="Arial"/>
              </a:rPr>
              <a:t>[Level 2] Value Share, [Start Date] – [End Date]</a:t>
            </a:r>
            <a:endParaRPr lang="en-US" sz="1200" b="1" dirty="0"/>
          </a:p>
        </cx:rich>
      </cx:tx>
    </cx:title>
    <cx:plotArea>
      <cx:plotAreaRegion>
        <cx:series layoutId="treemap" uniqueId="{4EA81673-F8C6-472E-B486-CCF9A5AB32F9}">
          <cx:tx>
            <cx:txData>
              <cx:f>Sheet1!$B$1</cx:f>
              <cx:v>% of Sales</cx:v>
            </cx:txData>
          </cx:tx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>
                    <a:solidFill>
                      <a:schemeClr val="tx1"/>
                    </a:solidFill>
                  </a:defRPr>
                </a:pPr>
                <a:endParaRPr lang="en-US" sz="1197" b="0" i="0" u="none" strike="noStrike" kern="1200" baseline="0">
                  <a:solidFill>
                    <a:schemeClr val="tx1"/>
                  </a:solidFill>
                  <a:latin typeface="Arial"/>
                </a:endParaRPr>
              </a:p>
            </cx:txPr>
            <cx:visibility seriesName="0" categoryName="1" value="1"/>
            <cx:separator>
</cx:separator>
          </cx:dataLabels>
          <cx:dataId val="0"/>
          <cx:layoutPr/>
        </cx:series>
      </cx:plotAreaRegion>
    </cx:plotArea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Sheet1!$A$2:$A$12</cx:f>
        <cx:lvl ptCount="11">
          <cx:pt idx="0">Coca-Cola</cx:pt>
          <cx:pt idx="1">Diet Coke</cx:pt>
          <cx:pt idx="2">Coca-Cola Zero Sugar</cx:pt>
          <cx:pt idx="3">Sprite</cx:pt>
          <cx:pt idx="4">Sprite Zero</cx:pt>
          <cx:pt idx="5">Coca-Cola Cherry</cx:pt>
          <cx:pt idx="6">Coca-Cola Cherry Zero</cx:pt>
          <cx:pt idx="7">Fresca</cx:pt>
          <cx:pt idx="8">Fanta Orange</cx:pt>
          <cx:pt idx="9">Barq's Root Beer</cx:pt>
          <cx:pt idx="10">Other</cx:pt>
        </cx:lvl>
      </cx:strDim>
      <cx:numDim type="size">
        <cx:f>Sheet1!$B$2:$B$12</cx:f>
        <cx:lvl ptCount="11" formatCode="0.0%">
          <cx:pt idx="0">0.31860989384933036</cx:pt>
          <cx:pt idx="1">0.21689999956693787</cx:pt>
          <cx:pt idx="2">0.14702722981986471</cx:pt>
          <cx:pt idx="3">0.10200046443813951</cx:pt>
          <cx:pt idx="4">0.043894430593498943</cx:pt>
          <cx:pt idx="5">0.035257701869726925</cx:pt>
          <cx:pt idx="6">0.024799351443136244</cx:pt>
          <cx:pt idx="7">0.018906792838288167</cx:pt>
          <cx:pt idx="8">0.017309530495709102</cx:pt>
          <cx:pt idx="9">0.0086997952665620604</cx:pt>
          <cx:pt idx="10">0.066594809818805875</cx:pt>
        </cx:lvl>
      </cx:numDim>
    </cx:data>
  </cx:chartData>
  <cx:chart>
    <cx:title pos="t" align="ctr" overlay="0">
      <cx:tx>
        <cx:rich>
          <a:bodyPr rot="0" spcFirstLastPara="1" vertOverflow="ellipsis" vert="horz" wrap="square" lIns="38100" tIns="19050" rIns="38100" bIns="19050" anchor="ctr" anchorCtr="1" compatLnSpc="0"/>
          <a:lstStyle/>
          <a:p>
            <a:pPr algn="ctr" rtl="0">
              <a:defRPr sz="1200" b="1" i="0" u="none" strike="noStrike" kern="1200" spc="0" baseline="0">
                <a:solidFill>
                  <a:srgbClr val="004A52"/>
                </a:solidFill>
                <a:latin typeface="+mn-lt"/>
                <a:ea typeface="+mn-ea"/>
                <a:cs typeface="+mn-cs"/>
              </a:defRPr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4A52"/>
                </a:solidFill>
                <a:effectLst/>
                <a:uLnTx/>
                <a:uFillTx/>
                <a:latin typeface="Arial"/>
              </a:rPr>
              <a:t>[Level 2] Volume Share, [Start Date] – [End Date]</a:t>
            </a:r>
            <a:endParaRPr lang="en-US" sz="1200" b="1" dirty="0"/>
          </a:p>
        </cx:rich>
      </cx:tx>
    </cx:title>
    <cx:plotArea>
      <cx:plotAreaRegion>
        <cx:series layoutId="treemap" uniqueId="{4EA81673-F8C6-472E-B486-CCF9A5AB32F9}">
          <cx:tx>
            <cx:txData>
              <cx:f>Sheet1!$B$1</cx:f>
              <cx:v>% of Sales</cx:v>
            </cx:txData>
          </cx:tx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>
                    <a:solidFill>
                      <a:schemeClr val="tx1"/>
                    </a:solidFill>
                  </a:defRPr>
                </a:pPr>
                <a:endParaRPr lang="en-US" sz="1197" b="0" i="0" u="none" strike="noStrike" kern="1200" baseline="0">
                  <a:solidFill>
                    <a:schemeClr val="tx1"/>
                  </a:solidFill>
                  <a:latin typeface="Arial"/>
                </a:endParaRPr>
              </a:p>
            </cx:txPr>
            <cx:visibility seriesName="0" categoryName="1" value="1"/>
            <cx:separator>
</cx:separator>
          </cx:dataLabels>
          <cx:dataId val="0"/>
          <cx:layoutPr/>
        </cx:series>
      </cx:plotAreaRegion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FECA354-EEF2-4D1D-8EF7-DF841F0A2E3E}" type="doc">
      <dgm:prSet loTypeId="urn:microsoft.com/office/officeart/2005/8/layout/orgChart1" loCatId="hierarchy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n-US"/>
        </a:p>
      </dgm:t>
    </dgm:pt>
    <dgm:pt modelId="{D76A89CE-7E4D-4A7D-A4FA-BCD088736C05}">
      <dgm:prSet phldrT="[Text]" phldr="0" custT="1"/>
      <dgm:spPr/>
      <dgm:t>
        <a:bodyPr/>
        <a:lstStyle/>
        <a:p>
          <a:r>
            <a:rPr lang="en-US" sz="1000" dirty="0"/>
            <a:t>COCA-COLA SALES</a:t>
          </a:r>
        </a:p>
        <a:p>
          <a:r>
            <a:rPr lang="en-US" sz="1400" b="1" dirty="0"/>
            <a:t>$12.3MM </a:t>
          </a:r>
          <a:r>
            <a:rPr lang="en-US" sz="1400" dirty="0"/>
            <a:t>(+1.2%)</a:t>
          </a:r>
        </a:p>
      </dgm:t>
    </dgm:pt>
    <dgm:pt modelId="{A7D4A693-7048-4FBE-B29F-C9977FD3E545}" type="parTrans" cxnId="{F1990922-A282-4CFB-96BF-BF7F29D735BF}">
      <dgm:prSet/>
      <dgm:spPr/>
      <dgm:t>
        <a:bodyPr/>
        <a:lstStyle/>
        <a:p>
          <a:endParaRPr lang="en-US" sz="1400"/>
        </a:p>
      </dgm:t>
    </dgm:pt>
    <dgm:pt modelId="{36E42C8A-F97D-40FB-B726-3817215F0142}" type="sibTrans" cxnId="{F1990922-A282-4CFB-96BF-BF7F29D735BF}">
      <dgm:prSet/>
      <dgm:spPr/>
      <dgm:t>
        <a:bodyPr/>
        <a:lstStyle/>
        <a:p>
          <a:endParaRPr lang="en-US" sz="1400"/>
        </a:p>
      </dgm:t>
    </dgm:pt>
    <dgm:pt modelId="{CDC5587D-1156-4BE0-BE81-76EA493D68D8}" type="asst">
      <dgm:prSet phldrT="[Text]" phldr="0" custT="1"/>
      <dgm:spPr/>
      <dgm:t>
        <a:bodyPr/>
        <a:lstStyle/>
        <a:p>
          <a:r>
            <a:rPr lang="en-US" sz="1000" dirty="0"/>
            <a:t>TOTAL HHs</a:t>
          </a:r>
        </a:p>
        <a:p>
          <a:r>
            <a:rPr lang="en-US" sz="1400" b="1" dirty="0"/>
            <a:t>12.3MM </a:t>
          </a:r>
          <a:r>
            <a:rPr lang="en-US" sz="1400" dirty="0"/>
            <a:t>(+1.2%)</a:t>
          </a:r>
        </a:p>
      </dgm:t>
    </dgm:pt>
    <dgm:pt modelId="{44CE15F9-0E83-4C1C-A035-20F4ED57E9D0}" type="parTrans" cxnId="{CFCD774C-B35E-42AA-9E8D-875ADC1E8519}">
      <dgm:prSet/>
      <dgm:spPr/>
      <dgm:t>
        <a:bodyPr/>
        <a:lstStyle/>
        <a:p>
          <a:endParaRPr lang="en-US" sz="1400"/>
        </a:p>
      </dgm:t>
    </dgm:pt>
    <dgm:pt modelId="{5E74737B-3C36-4B50-850E-A26072E5D47D}" type="sibTrans" cxnId="{CFCD774C-B35E-42AA-9E8D-875ADC1E8519}">
      <dgm:prSet/>
      <dgm:spPr/>
      <dgm:t>
        <a:bodyPr/>
        <a:lstStyle/>
        <a:p>
          <a:endParaRPr lang="en-US" sz="1400"/>
        </a:p>
      </dgm:t>
    </dgm:pt>
    <dgm:pt modelId="{7D2BAE94-EEEA-43C6-B987-7F6629C292F0}">
      <dgm:prSet phldrT="[Text]" phldr="0" custT="1"/>
      <dgm:spPr/>
      <dgm:t>
        <a:bodyPr/>
        <a:lstStyle/>
        <a:p>
          <a:r>
            <a:rPr lang="en-US" sz="1000" dirty="0"/>
            <a:t>HH PENETRATION</a:t>
          </a:r>
        </a:p>
        <a:p>
          <a:r>
            <a:rPr lang="en-US" sz="1400" b="1" dirty="0"/>
            <a:t>12% </a:t>
          </a:r>
          <a:r>
            <a:rPr lang="en-US" sz="1400" dirty="0"/>
            <a:t>(+1.2 pp)</a:t>
          </a:r>
        </a:p>
      </dgm:t>
    </dgm:pt>
    <dgm:pt modelId="{0180FE60-AC7E-4989-9C66-C407D212BD23}" type="parTrans" cxnId="{B9C62714-0884-414A-96AA-E7BACCBEB0B7}">
      <dgm:prSet/>
      <dgm:spPr/>
      <dgm:t>
        <a:bodyPr/>
        <a:lstStyle/>
        <a:p>
          <a:endParaRPr lang="en-US" sz="1400"/>
        </a:p>
      </dgm:t>
    </dgm:pt>
    <dgm:pt modelId="{F1FDE47A-F785-45BD-AD06-B5F02592534B}" type="sibTrans" cxnId="{B9C62714-0884-414A-96AA-E7BACCBEB0B7}">
      <dgm:prSet/>
      <dgm:spPr/>
      <dgm:t>
        <a:bodyPr/>
        <a:lstStyle/>
        <a:p>
          <a:endParaRPr lang="en-US" sz="1400"/>
        </a:p>
      </dgm:t>
    </dgm:pt>
    <dgm:pt modelId="{B3D92AF8-732E-449F-9A29-0EDC5EDB4970}">
      <dgm:prSet phldrT="[Text]" phldr="0" custT="1"/>
      <dgm:spPr/>
      <dgm:t>
        <a:bodyPr/>
        <a:lstStyle/>
        <a:p>
          <a:r>
            <a:rPr lang="en-US" sz="1000" dirty="0"/>
            <a:t>REPEAT RATE</a:t>
          </a:r>
        </a:p>
        <a:p>
          <a:r>
            <a:rPr lang="en-US" sz="1400" b="1" dirty="0"/>
            <a:t>12.3% </a:t>
          </a:r>
          <a:r>
            <a:rPr lang="en-US" sz="1400" dirty="0"/>
            <a:t>(+1.2 pp)</a:t>
          </a:r>
        </a:p>
      </dgm:t>
    </dgm:pt>
    <dgm:pt modelId="{8D18EC2F-B277-4048-9019-78882471E2A1}" type="parTrans" cxnId="{2C44FFE7-997C-4104-9D00-A2922BA2F2FE}">
      <dgm:prSet/>
      <dgm:spPr/>
      <dgm:t>
        <a:bodyPr/>
        <a:lstStyle/>
        <a:p>
          <a:endParaRPr lang="en-US" sz="1400"/>
        </a:p>
      </dgm:t>
    </dgm:pt>
    <dgm:pt modelId="{FA4666D0-054B-4A4E-9443-6B94FDF16A79}" type="sibTrans" cxnId="{2C44FFE7-997C-4104-9D00-A2922BA2F2FE}">
      <dgm:prSet/>
      <dgm:spPr/>
      <dgm:t>
        <a:bodyPr/>
        <a:lstStyle/>
        <a:p>
          <a:endParaRPr lang="en-US" sz="1400"/>
        </a:p>
      </dgm:t>
    </dgm:pt>
    <dgm:pt modelId="{C78C7AEB-3271-4628-9238-0DD5E59A0406}">
      <dgm:prSet phldrT="[Text]" phldr="0" custT="1"/>
      <dgm:spPr/>
      <dgm:t>
        <a:bodyPr/>
        <a:lstStyle/>
        <a:p>
          <a:r>
            <a:rPr lang="en-US" sz="1000" dirty="0"/>
            <a:t>PURCHASE FREQ.</a:t>
          </a:r>
        </a:p>
        <a:p>
          <a:r>
            <a:rPr lang="en-US" sz="1400" b="1" dirty="0"/>
            <a:t>1.2 </a:t>
          </a:r>
          <a:r>
            <a:rPr lang="en-US" sz="1400" dirty="0"/>
            <a:t>(+1.2%)</a:t>
          </a:r>
        </a:p>
      </dgm:t>
    </dgm:pt>
    <dgm:pt modelId="{6A9B34E8-AE60-4662-8A7F-6F2FF0DAB44F}" type="parTrans" cxnId="{09B5C1E2-DFEE-46D4-AFB9-65969FBC1F93}">
      <dgm:prSet/>
      <dgm:spPr/>
      <dgm:t>
        <a:bodyPr/>
        <a:lstStyle/>
        <a:p>
          <a:endParaRPr lang="en-US" sz="1400"/>
        </a:p>
      </dgm:t>
    </dgm:pt>
    <dgm:pt modelId="{B1A751CD-E1CB-43FC-980B-C4B0E6CEC440}" type="sibTrans" cxnId="{09B5C1E2-DFEE-46D4-AFB9-65969FBC1F93}">
      <dgm:prSet/>
      <dgm:spPr/>
      <dgm:t>
        <a:bodyPr/>
        <a:lstStyle/>
        <a:p>
          <a:endParaRPr lang="en-US" sz="1400"/>
        </a:p>
      </dgm:t>
    </dgm:pt>
    <dgm:pt modelId="{EC6A5F36-535E-4B87-8237-618BAAC32E51}">
      <dgm:prSet phldrT="[Text]" phldr="0" custT="1"/>
      <dgm:spPr/>
      <dgm:t>
        <a:bodyPr/>
        <a:lstStyle/>
        <a:p>
          <a:r>
            <a:rPr lang="en-US" sz="1000" dirty="0"/>
            <a:t>SPEND PER TRIP</a:t>
          </a:r>
        </a:p>
        <a:p>
          <a:r>
            <a:rPr lang="en-US" sz="1400" b="1" dirty="0"/>
            <a:t>$1.2 </a:t>
          </a:r>
          <a:r>
            <a:rPr lang="en-US" sz="1400" dirty="0"/>
            <a:t>(+1.2%)</a:t>
          </a:r>
        </a:p>
      </dgm:t>
    </dgm:pt>
    <dgm:pt modelId="{30B11670-1597-4605-A575-A77D933F4507}" type="parTrans" cxnId="{A30ABFE0-25FB-4F75-86A7-3C7A8F0971AB}">
      <dgm:prSet/>
      <dgm:spPr/>
      <dgm:t>
        <a:bodyPr/>
        <a:lstStyle/>
        <a:p>
          <a:endParaRPr lang="en-US" sz="1400"/>
        </a:p>
      </dgm:t>
    </dgm:pt>
    <dgm:pt modelId="{8738321B-6049-4C66-9E44-F5088134CE5A}" type="sibTrans" cxnId="{A30ABFE0-25FB-4F75-86A7-3C7A8F0971AB}">
      <dgm:prSet/>
      <dgm:spPr/>
      <dgm:t>
        <a:bodyPr/>
        <a:lstStyle/>
        <a:p>
          <a:endParaRPr lang="en-US" sz="1400"/>
        </a:p>
      </dgm:t>
    </dgm:pt>
    <dgm:pt modelId="{4E8D1BD3-7FD5-4C52-A586-6105C37EE123}">
      <dgm:prSet phldrT="[Text]" phldr="0" custT="1"/>
      <dgm:spPr/>
      <dgm:t>
        <a:bodyPr/>
        <a:lstStyle/>
        <a:p>
          <a:r>
            <a:rPr lang="en-US" sz="1000" dirty="0"/>
            <a:t>UNITS PER TRIP</a:t>
          </a:r>
        </a:p>
        <a:p>
          <a:r>
            <a:rPr lang="en-US" sz="1400" dirty="0"/>
            <a:t>1.2 (+1.2%)</a:t>
          </a:r>
        </a:p>
      </dgm:t>
    </dgm:pt>
    <dgm:pt modelId="{BFC0FF45-7989-433C-A083-E2257D5ACD85}" type="parTrans" cxnId="{F33D39AA-9814-4E62-B73E-2E272283D223}">
      <dgm:prSet/>
      <dgm:spPr/>
      <dgm:t>
        <a:bodyPr/>
        <a:lstStyle/>
        <a:p>
          <a:endParaRPr lang="en-US" sz="1400"/>
        </a:p>
      </dgm:t>
    </dgm:pt>
    <dgm:pt modelId="{85D37859-4B1E-481A-8AFD-692252AA7A07}" type="sibTrans" cxnId="{F33D39AA-9814-4E62-B73E-2E272283D223}">
      <dgm:prSet/>
      <dgm:spPr/>
      <dgm:t>
        <a:bodyPr/>
        <a:lstStyle/>
        <a:p>
          <a:endParaRPr lang="en-US" sz="1400"/>
        </a:p>
      </dgm:t>
    </dgm:pt>
    <dgm:pt modelId="{928D49F1-A893-4642-B3C6-9B8B73508D18}">
      <dgm:prSet phldrT="[Text]" phldr="0" custT="1"/>
      <dgm:spPr/>
      <dgm:t>
        <a:bodyPr/>
        <a:lstStyle/>
        <a:p>
          <a:r>
            <a:rPr lang="en-US" sz="1000" dirty="0"/>
            <a:t>SPEND PER UNIT</a:t>
          </a:r>
        </a:p>
        <a:p>
          <a:r>
            <a:rPr lang="en-US" sz="1400" b="1" dirty="0"/>
            <a:t>$1.2 </a:t>
          </a:r>
          <a:r>
            <a:rPr lang="en-US" sz="1400" dirty="0"/>
            <a:t>(+1.2%)</a:t>
          </a:r>
        </a:p>
      </dgm:t>
    </dgm:pt>
    <dgm:pt modelId="{A6D55D27-7D7D-42C0-82AC-94DA3165B526}" type="parTrans" cxnId="{BBC2C796-3911-4AB7-ADEA-DF480AC1F39D}">
      <dgm:prSet/>
      <dgm:spPr/>
      <dgm:t>
        <a:bodyPr/>
        <a:lstStyle/>
        <a:p>
          <a:endParaRPr lang="en-US" sz="1400"/>
        </a:p>
      </dgm:t>
    </dgm:pt>
    <dgm:pt modelId="{EA100570-9120-4E57-8362-63169A08BD7B}" type="sibTrans" cxnId="{BBC2C796-3911-4AB7-ADEA-DF480AC1F39D}">
      <dgm:prSet/>
      <dgm:spPr/>
      <dgm:t>
        <a:bodyPr/>
        <a:lstStyle/>
        <a:p>
          <a:endParaRPr lang="en-US" sz="1400"/>
        </a:p>
      </dgm:t>
    </dgm:pt>
    <dgm:pt modelId="{D6DBEBF6-D5F5-48C4-B55A-4D02B85FD447}">
      <dgm:prSet phldrT="[Text]" phldr="0" custT="1"/>
      <dgm:spPr/>
      <dgm:t>
        <a:bodyPr/>
        <a:lstStyle/>
        <a:p>
          <a:r>
            <a:rPr lang="en-US" sz="1000" dirty="0"/>
            <a:t>BUY RATE (SPEND)</a:t>
          </a:r>
        </a:p>
        <a:p>
          <a:r>
            <a:rPr lang="en-US" sz="1400" b="1" dirty="0"/>
            <a:t>$12.3 </a:t>
          </a:r>
          <a:r>
            <a:rPr lang="en-US" sz="1400" dirty="0"/>
            <a:t>(+1.2%)</a:t>
          </a:r>
          <a:endParaRPr lang="en-US" sz="1400" b="1" dirty="0"/>
        </a:p>
      </dgm:t>
    </dgm:pt>
    <dgm:pt modelId="{8F4B07F0-A815-4CAD-8AA8-3A414EBDA260}" type="parTrans" cxnId="{4D5ADD64-F805-471C-8C60-13A958664F66}">
      <dgm:prSet/>
      <dgm:spPr/>
      <dgm:t>
        <a:bodyPr/>
        <a:lstStyle/>
        <a:p>
          <a:endParaRPr lang="en-US" sz="1400"/>
        </a:p>
      </dgm:t>
    </dgm:pt>
    <dgm:pt modelId="{2438312A-74B7-4E57-8003-76A42256BBEC}" type="sibTrans" cxnId="{4D5ADD64-F805-471C-8C60-13A958664F66}">
      <dgm:prSet/>
      <dgm:spPr/>
      <dgm:t>
        <a:bodyPr/>
        <a:lstStyle/>
        <a:p>
          <a:endParaRPr lang="en-US" sz="1400"/>
        </a:p>
      </dgm:t>
    </dgm:pt>
    <dgm:pt modelId="{598F87BC-6013-4211-B7CD-2761C09DD632}" type="pres">
      <dgm:prSet presAssocID="{0FECA354-EEF2-4D1D-8EF7-DF841F0A2E3E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7B5F41D6-3A77-4B82-9F42-86FC056E68B5}" type="pres">
      <dgm:prSet presAssocID="{D76A89CE-7E4D-4A7D-A4FA-BCD088736C05}" presName="hierRoot1" presStyleCnt="0">
        <dgm:presLayoutVars>
          <dgm:hierBranch val="init"/>
        </dgm:presLayoutVars>
      </dgm:prSet>
      <dgm:spPr/>
    </dgm:pt>
    <dgm:pt modelId="{3753D09B-DFAD-423F-9E19-F37E4636DA0C}" type="pres">
      <dgm:prSet presAssocID="{D76A89CE-7E4D-4A7D-A4FA-BCD088736C05}" presName="rootComposite1" presStyleCnt="0"/>
      <dgm:spPr/>
    </dgm:pt>
    <dgm:pt modelId="{996D3095-B598-47A0-B268-E656B7A75D29}" type="pres">
      <dgm:prSet presAssocID="{D76A89CE-7E4D-4A7D-A4FA-BCD088736C05}" presName="rootText1" presStyleLbl="node0" presStyleIdx="0" presStyleCnt="1">
        <dgm:presLayoutVars>
          <dgm:chPref val="3"/>
        </dgm:presLayoutVars>
      </dgm:prSet>
      <dgm:spPr/>
    </dgm:pt>
    <dgm:pt modelId="{14B253F4-F4CE-474F-BF0A-4103A2A0C334}" type="pres">
      <dgm:prSet presAssocID="{D76A89CE-7E4D-4A7D-A4FA-BCD088736C05}" presName="rootConnector1" presStyleLbl="node1" presStyleIdx="0" presStyleCnt="0"/>
      <dgm:spPr/>
    </dgm:pt>
    <dgm:pt modelId="{5BE9F5AF-7EB4-4BDD-836E-8D4DFFD54930}" type="pres">
      <dgm:prSet presAssocID="{D76A89CE-7E4D-4A7D-A4FA-BCD088736C05}" presName="hierChild2" presStyleCnt="0"/>
      <dgm:spPr/>
    </dgm:pt>
    <dgm:pt modelId="{3739136E-0DE7-47A2-85BB-4C6B8D8B1476}" type="pres">
      <dgm:prSet presAssocID="{0180FE60-AC7E-4989-9C66-C407D212BD23}" presName="Name37" presStyleLbl="parChTrans1D2" presStyleIdx="0" presStyleCnt="3"/>
      <dgm:spPr/>
    </dgm:pt>
    <dgm:pt modelId="{50B6C101-3C43-4B42-B7A6-1A399C46F291}" type="pres">
      <dgm:prSet presAssocID="{7D2BAE94-EEEA-43C6-B987-7F6629C292F0}" presName="hierRoot2" presStyleCnt="0">
        <dgm:presLayoutVars>
          <dgm:hierBranch val="hang"/>
        </dgm:presLayoutVars>
      </dgm:prSet>
      <dgm:spPr/>
    </dgm:pt>
    <dgm:pt modelId="{59E00BCA-CCF6-448E-864F-0219A34EEB5E}" type="pres">
      <dgm:prSet presAssocID="{7D2BAE94-EEEA-43C6-B987-7F6629C292F0}" presName="rootComposite" presStyleCnt="0"/>
      <dgm:spPr/>
    </dgm:pt>
    <dgm:pt modelId="{17517E56-FA84-4307-A360-4637991AEC5A}" type="pres">
      <dgm:prSet presAssocID="{7D2BAE94-EEEA-43C6-B987-7F6629C292F0}" presName="rootText" presStyleLbl="node2" presStyleIdx="0" presStyleCnt="2" custLinFactNeighborX="-59445">
        <dgm:presLayoutVars>
          <dgm:chPref val="3"/>
        </dgm:presLayoutVars>
      </dgm:prSet>
      <dgm:spPr/>
    </dgm:pt>
    <dgm:pt modelId="{2DBC29D7-0988-4EEF-B08B-37878A4F2042}" type="pres">
      <dgm:prSet presAssocID="{7D2BAE94-EEEA-43C6-B987-7F6629C292F0}" presName="rootConnector" presStyleLbl="node2" presStyleIdx="0" presStyleCnt="2"/>
      <dgm:spPr/>
    </dgm:pt>
    <dgm:pt modelId="{923479D7-AED8-4977-995D-D2C8A6155444}" type="pres">
      <dgm:prSet presAssocID="{7D2BAE94-EEEA-43C6-B987-7F6629C292F0}" presName="hierChild4" presStyleCnt="0"/>
      <dgm:spPr/>
    </dgm:pt>
    <dgm:pt modelId="{6BF37C24-84D3-4C82-940B-4446E9527253}" type="pres">
      <dgm:prSet presAssocID="{8D18EC2F-B277-4048-9019-78882471E2A1}" presName="Name48" presStyleLbl="parChTrans1D3" presStyleIdx="0" presStyleCnt="3"/>
      <dgm:spPr/>
    </dgm:pt>
    <dgm:pt modelId="{F589DD97-F80F-43F7-950D-ACD4B17D4945}" type="pres">
      <dgm:prSet presAssocID="{B3D92AF8-732E-449F-9A29-0EDC5EDB4970}" presName="hierRoot2" presStyleCnt="0">
        <dgm:presLayoutVars>
          <dgm:hierBranch val="hang"/>
        </dgm:presLayoutVars>
      </dgm:prSet>
      <dgm:spPr/>
    </dgm:pt>
    <dgm:pt modelId="{13C6C800-2729-4500-A495-206D5D496557}" type="pres">
      <dgm:prSet presAssocID="{B3D92AF8-732E-449F-9A29-0EDC5EDB4970}" presName="rootComposite" presStyleCnt="0"/>
      <dgm:spPr/>
    </dgm:pt>
    <dgm:pt modelId="{40A30744-71EE-4030-951C-86DBB25199E2}" type="pres">
      <dgm:prSet presAssocID="{B3D92AF8-732E-449F-9A29-0EDC5EDB4970}" presName="rootText" presStyleLbl="node3" presStyleIdx="0" presStyleCnt="3" custLinFactNeighborX="-54613" custLinFactNeighborY="-3592">
        <dgm:presLayoutVars>
          <dgm:chPref val="3"/>
        </dgm:presLayoutVars>
      </dgm:prSet>
      <dgm:spPr/>
    </dgm:pt>
    <dgm:pt modelId="{FB55FC81-A03C-4B89-87D3-0D21E05C498D}" type="pres">
      <dgm:prSet presAssocID="{B3D92AF8-732E-449F-9A29-0EDC5EDB4970}" presName="rootConnector" presStyleLbl="node3" presStyleIdx="0" presStyleCnt="3"/>
      <dgm:spPr/>
    </dgm:pt>
    <dgm:pt modelId="{B0EC9240-E452-4243-A4A0-67A7F37D9C1C}" type="pres">
      <dgm:prSet presAssocID="{B3D92AF8-732E-449F-9A29-0EDC5EDB4970}" presName="hierChild4" presStyleCnt="0"/>
      <dgm:spPr/>
    </dgm:pt>
    <dgm:pt modelId="{58C3654F-1104-4249-BAFB-F6C522E85B23}" type="pres">
      <dgm:prSet presAssocID="{B3D92AF8-732E-449F-9A29-0EDC5EDB4970}" presName="hierChild5" presStyleCnt="0"/>
      <dgm:spPr/>
    </dgm:pt>
    <dgm:pt modelId="{EB0FDA22-F691-4C77-BA38-016836E1F258}" type="pres">
      <dgm:prSet presAssocID="{7D2BAE94-EEEA-43C6-B987-7F6629C292F0}" presName="hierChild5" presStyleCnt="0"/>
      <dgm:spPr/>
    </dgm:pt>
    <dgm:pt modelId="{40D9FFBD-D9A4-4CF7-93D2-740CAD34C852}" type="pres">
      <dgm:prSet presAssocID="{8F4B07F0-A815-4CAD-8AA8-3A414EBDA260}" presName="Name37" presStyleLbl="parChTrans1D2" presStyleIdx="1" presStyleCnt="3"/>
      <dgm:spPr/>
    </dgm:pt>
    <dgm:pt modelId="{D0317B69-AD59-4EEE-9E20-B3AE7B3423F3}" type="pres">
      <dgm:prSet presAssocID="{D6DBEBF6-D5F5-48C4-B55A-4D02B85FD447}" presName="hierRoot2" presStyleCnt="0">
        <dgm:presLayoutVars>
          <dgm:hierBranch val="init"/>
        </dgm:presLayoutVars>
      </dgm:prSet>
      <dgm:spPr/>
    </dgm:pt>
    <dgm:pt modelId="{0FE67941-A11F-4F02-A94F-0C3FE8D68246}" type="pres">
      <dgm:prSet presAssocID="{D6DBEBF6-D5F5-48C4-B55A-4D02B85FD447}" presName="rootComposite" presStyleCnt="0"/>
      <dgm:spPr/>
    </dgm:pt>
    <dgm:pt modelId="{2433E5DD-BC65-4B7A-B7A8-867D0A228C17}" type="pres">
      <dgm:prSet presAssocID="{D6DBEBF6-D5F5-48C4-B55A-4D02B85FD447}" presName="rootText" presStyleLbl="node2" presStyleIdx="1" presStyleCnt="2" custLinFactNeighborX="62254">
        <dgm:presLayoutVars>
          <dgm:chPref val="3"/>
        </dgm:presLayoutVars>
      </dgm:prSet>
      <dgm:spPr/>
    </dgm:pt>
    <dgm:pt modelId="{FA7F102D-5EB3-4468-86D8-81C396C99046}" type="pres">
      <dgm:prSet presAssocID="{D6DBEBF6-D5F5-48C4-B55A-4D02B85FD447}" presName="rootConnector" presStyleLbl="node2" presStyleIdx="1" presStyleCnt="2"/>
      <dgm:spPr/>
    </dgm:pt>
    <dgm:pt modelId="{C53502D9-C9E7-4476-B3A7-143867028210}" type="pres">
      <dgm:prSet presAssocID="{D6DBEBF6-D5F5-48C4-B55A-4D02B85FD447}" presName="hierChild4" presStyleCnt="0"/>
      <dgm:spPr/>
    </dgm:pt>
    <dgm:pt modelId="{A9CF1284-44E8-484E-A2A4-B41E0350B115}" type="pres">
      <dgm:prSet presAssocID="{6A9B34E8-AE60-4662-8A7F-6F2FF0DAB44F}" presName="Name37" presStyleLbl="parChTrans1D3" presStyleIdx="1" presStyleCnt="3"/>
      <dgm:spPr/>
    </dgm:pt>
    <dgm:pt modelId="{2A05F76B-E8CC-4608-B2FC-32292D273593}" type="pres">
      <dgm:prSet presAssocID="{C78C7AEB-3271-4628-9238-0DD5E59A0406}" presName="hierRoot2" presStyleCnt="0">
        <dgm:presLayoutVars>
          <dgm:hierBranch val="init"/>
        </dgm:presLayoutVars>
      </dgm:prSet>
      <dgm:spPr/>
    </dgm:pt>
    <dgm:pt modelId="{0C08E3BB-C8EB-45AB-AC57-CCAC79704F94}" type="pres">
      <dgm:prSet presAssocID="{C78C7AEB-3271-4628-9238-0DD5E59A0406}" presName="rootComposite" presStyleCnt="0"/>
      <dgm:spPr/>
    </dgm:pt>
    <dgm:pt modelId="{6CB4BD13-B28E-4FD4-9900-55B8F1EF7856}" type="pres">
      <dgm:prSet presAssocID="{C78C7AEB-3271-4628-9238-0DD5E59A0406}" presName="rootText" presStyleLbl="node3" presStyleIdx="1" presStyleCnt="3" custLinFactNeighborX="62254">
        <dgm:presLayoutVars>
          <dgm:chPref val="3"/>
        </dgm:presLayoutVars>
      </dgm:prSet>
      <dgm:spPr/>
    </dgm:pt>
    <dgm:pt modelId="{D1702E11-2464-43B0-B1CA-733B34B98EF6}" type="pres">
      <dgm:prSet presAssocID="{C78C7AEB-3271-4628-9238-0DD5E59A0406}" presName="rootConnector" presStyleLbl="node3" presStyleIdx="1" presStyleCnt="3"/>
      <dgm:spPr/>
    </dgm:pt>
    <dgm:pt modelId="{7DD672A7-20CE-43A7-BE68-19F0F60198F9}" type="pres">
      <dgm:prSet presAssocID="{C78C7AEB-3271-4628-9238-0DD5E59A0406}" presName="hierChild4" presStyleCnt="0"/>
      <dgm:spPr/>
    </dgm:pt>
    <dgm:pt modelId="{8873253B-9F67-4529-AE97-8863E2FD81AD}" type="pres">
      <dgm:prSet presAssocID="{C78C7AEB-3271-4628-9238-0DD5E59A0406}" presName="hierChild5" presStyleCnt="0"/>
      <dgm:spPr/>
    </dgm:pt>
    <dgm:pt modelId="{622D8153-23B6-4874-8196-C902ECF17FFF}" type="pres">
      <dgm:prSet presAssocID="{30B11670-1597-4605-A575-A77D933F4507}" presName="Name37" presStyleLbl="parChTrans1D3" presStyleIdx="2" presStyleCnt="3"/>
      <dgm:spPr/>
    </dgm:pt>
    <dgm:pt modelId="{38FD342F-EB12-4B67-ADC3-243C8C274AE9}" type="pres">
      <dgm:prSet presAssocID="{EC6A5F36-535E-4B87-8237-618BAAC32E51}" presName="hierRoot2" presStyleCnt="0">
        <dgm:presLayoutVars>
          <dgm:hierBranch val="hang"/>
        </dgm:presLayoutVars>
      </dgm:prSet>
      <dgm:spPr/>
    </dgm:pt>
    <dgm:pt modelId="{904A201A-8190-4F75-B019-5521F11909E4}" type="pres">
      <dgm:prSet presAssocID="{EC6A5F36-535E-4B87-8237-618BAAC32E51}" presName="rootComposite" presStyleCnt="0"/>
      <dgm:spPr/>
    </dgm:pt>
    <dgm:pt modelId="{81284B45-0239-4C4F-99B1-05A1B608715B}" type="pres">
      <dgm:prSet presAssocID="{EC6A5F36-535E-4B87-8237-618BAAC32E51}" presName="rootText" presStyleLbl="node3" presStyleIdx="2" presStyleCnt="3" custLinFactNeighborX="59453">
        <dgm:presLayoutVars>
          <dgm:chPref val="3"/>
        </dgm:presLayoutVars>
      </dgm:prSet>
      <dgm:spPr/>
    </dgm:pt>
    <dgm:pt modelId="{3E9550E8-5EA8-4E64-9FD9-E7118F76B71D}" type="pres">
      <dgm:prSet presAssocID="{EC6A5F36-535E-4B87-8237-618BAAC32E51}" presName="rootConnector" presStyleLbl="node3" presStyleIdx="2" presStyleCnt="3"/>
      <dgm:spPr/>
    </dgm:pt>
    <dgm:pt modelId="{D2C323EF-7CB5-4A87-A580-44DAC90A9ACB}" type="pres">
      <dgm:prSet presAssocID="{EC6A5F36-535E-4B87-8237-618BAAC32E51}" presName="hierChild4" presStyleCnt="0"/>
      <dgm:spPr/>
    </dgm:pt>
    <dgm:pt modelId="{0DF819B9-5B34-4D3B-82B3-B84CF5491CE0}" type="pres">
      <dgm:prSet presAssocID="{BFC0FF45-7989-433C-A083-E2257D5ACD85}" presName="Name48" presStyleLbl="parChTrans1D4" presStyleIdx="0" presStyleCnt="2"/>
      <dgm:spPr/>
    </dgm:pt>
    <dgm:pt modelId="{796F9B8A-1A68-4ED4-A0E6-9CFDD8CB2EE8}" type="pres">
      <dgm:prSet presAssocID="{4E8D1BD3-7FD5-4C52-A586-6105C37EE123}" presName="hierRoot2" presStyleCnt="0">
        <dgm:presLayoutVars>
          <dgm:hierBranch val="hang"/>
        </dgm:presLayoutVars>
      </dgm:prSet>
      <dgm:spPr/>
    </dgm:pt>
    <dgm:pt modelId="{E33CF1BD-D517-49EB-B481-EB7DBAB4CEBD}" type="pres">
      <dgm:prSet presAssocID="{4E8D1BD3-7FD5-4C52-A586-6105C37EE123}" presName="rootComposite" presStyleCnt="0"/>
      <dgm:spPr/>
    </dgm:pt>
    <dgm:pt modelId="{226FB69E-EEE5-482B-820D-07400781C75D}" type="pres">
      <dgm:prSet presAssocID="{4E8D1BD3-7FD5-4C52-A586-6105C37EE123}" presName="rootText" presStyleLbl="node4" presStyleIdx="0" presStyleCnt="2" custLinFactNeighborX="62254">
        <dgm:presLayoutVars>
          <dgm:chPref val="3"/>
        </dgm:presLayoutVars>
      </dgm:prSet>
      <dgm:spPr/>
    </dgm:pt>
    <dgm:pt modelId="{DD2F8550-C585-441F-8F53-049343A7A9F2}" type="pres">
      <dgm:prSet presAssocID="{4E8D1BD3-7FD5-4C52-A586-6105C37EE123}" presName="rootConnector" presStyleLbl="node4" presStyleIdx="0" presStyleCnt="2"/>
      <dgm:spPr/>
    </dgm:pt>
    <dgm:pt modelId="{C5BB6EDE-5E71-4386-9EFF-A5FDE6368378}" type="pres">
      <dgm:prSet presAssocID="{4E8D1BD3-7FD5-4C52-A586-6105C37EE123}" presName="hierChild4" presStyleCnt="0"/>
      <dgm:spPr/>
    </dgm:pt>
    <dgm:pt modelId="{4F57F58B-3CAA-4CAC-ADAD-B63D6EC2F97D}" type="pres">
      <dgm:prSet presAssocID="{4E8D1BD3-7FD5-4C52-A586-6105C37EE123}" presName="hierChild5" presStyleCnt="0"/>
      <dgm:spPr/>
    </dgm:pt>
    <dgm:pt modelId="{66C646CE-AC58-4A82-8493-0FB1F92FDCD6}" type="pres">
      <dgm:prSet presAssocID="{A6D55D27-7D7D-42C0-82AC-94DA3165B526}" presName="Name48" presStyleLbl="parChTrans1D4" presStyleIdx="1" presStyleCnt="2"/>
      <dgm:spPr/>
    </dgm:pt>
    <dgm:pt modelId="{4622B823-8B3D-4A0D-9046-86DF882F36BF}" type="pres">
      <dgm:prSet presAssocID="{928D49F1-A893-4642-B3C6-9B8B73508D18}" presName="hierRoot2" presStyleCnt="0">
        <dgm:presLayoutVars>
          <dgm:hierBranch val="hang"/>
        </dgm:presLayoutVars>
      </dgm:prSet>
      <dgm:spPr/>
    </dgm:pt>
    <dgm:pt modelId="{D72808E4-FB28-4D88-B5BE-52139B30B84F}" type="pres">
      <dgm:prSet presAssocID="{928D49F1-A893-4642-B3C6-9B8B73508D18}" presName="rootComposite" presStyleCnt="0"/>
      <dgm:spPr/>
    </dgm:pt>
    <dgm:pt modelId="{9E5E501B-887A-46E8-AF71-5BD991D0A429}" type="pres">
      <dgm:prSet presAssocID="{928D49F1-A893-4642-B3C6-9B8B73508D18}" presName="rootText" presStyleLbl="node4" presStyleIdx="1" presStyleCnt="2" custLinFactNeighborX="57020">
        <dgm:presLayoutVars>
          <dgm:chPref val="3"/>
        </dgm:presLayoutVars>
      </dgm:prSet>
      <dgm:spPr/>
    </dgm:pt>
    <dgm:pt modelId="{0744C261-CCED-47D4-B68A-E85A93E93809}" type="pres">
      <dgm:prSet presAssocID="{928D49F1-A893-4642-B3C6-9B8B73508D18}" presName="rootConnector" presStyleLbl="node4" presStyleIdx="1" presStyleCnt="2"/>
      <dgm:spPr/>
    </dgm:pt>
    <dgm:pt modelId="{D627F105-DE56-4A1E-AA96-CF7A1515E10F}" type="pres">
      <dgm:prSet presAssocID="{928D49F1-A893-4642-B3C6-9B8B73508D18}" presName="hierChild4" presStyleCnt="0"/>
      <dgm:spPr/>
    </dgm:pt>
    <dgm:pt modelId="{A0140E39-1552-4C29-AA48-5951C4EEE549}" type="pres">
      <dgm:prSet presAssocID="{928D49F1-A893-4642-B3C6-9B8B73508D18}" presName="hierChild5" presStyleCnt="0"/>
      <dgm:spPr/>
    </dgm:pt>
    <dgm:pt modelId="{3488068C-46C7-4F19-9354-8B8486BCB5ED}" type="pres">
      <dgm:prSet presAssocID="{EC6A5F36-535E-4B87-8237-618BAAC32E51}" presName="hierChild5" presStyleCnt="0"/>
      <dgm:spPr/>
    </dgm:pt>
    <dgm:pt modelId="{8D61504E-9E7E-4252-9E50-B719E2223E9F}" type="pres">
      <dgm:prSet presAssocID="{D6DBEBF6-D5F5-48C4-B55A-4D02B85FD447}" presName="hierChild5" presStyleCnt="0"/>
      <dgm:spPr/>
    </dgm:pt>
    <dgm:pt modelId="{52F886AB-22D2-43E6-BB77-C6671F69ADAE}" type="pres">
      <dgm:prSet presAssocID="{D76A89CE-7E4D-4A7D-A4FA-BCD088736C05}" presName="hierChild3" presStyleCnt="0"/>
      <dgm:spPr/>
    </dgm:pt>
    <dgm:pt modelId="{8F30AE82-139A-45D0-A39C-84EE69B7057E}" type="pres">
      <dgm:prSet presAssocID="{44CE15F9-0E83-4C1C-A035-20F4ED57E9D0}" presName="Name111" presStyleLbl="parChTrans1D2" presStyleIdx="2" presStyleCnt="3"/>
      <dgm:spPr/>
    </dgm:pt>
    <dgm:pt modelId="{6BEBD700-8321-4B47-ABE2-06628B94F4D6}" type="pres">
      <dgm:prSet presAssocID="{CDC5587D-1156-4BE0-BE81-76EA493D68D8}" presName="hierRoot3" presStyleCnt="0">
        <dgm:presLayoutVars>
          <dgm:hierBranch val="init"/>
        </dgm:presLayoutVars>
      </dgm:prSet>
      <dgm:spPr/>
    </dgm:pt>
    <dgm:pt modelId="{0D4C8186-B1F2-42AF-B762-1982C6089833}" type="pres">
      <dgm:prSet presAssocID="{CDC5587D-1156-4BE0-BE81-76EA493D68D8}" presName="rootComposite3" presStyleCnt="0"/>
      <dgm:spPr/>
    </dgm:pt>
    <dgm:pt modelId="{3A2F88FA-BCB0-4A26-AC03-E2380CDBEF05}" type="pres">
      <dgm:prSet presAssocID="{CDC5587D-1156-4BE0-BE81-76EA493D68D8}" presName="rootText3" presStyleLbl="asst1" presStyleIdx="0" presStyleCnt="1">
        <dgm:presLayoutVars>
          <dgm:chPref val="3"/>
        </dgm:presLayoutVars>
      </dgm:prSet>
      <dgm:spPr/>
    </dgm:pt>
    <dgm:pt modelId="{C4F5F702-CD22-4A26-A0F4-BEA18344BBC3}" type="pres">
      <dgm:prSet presAssocID="{CDC5587D-1156-4BE0-BE81-76EA493D68D8}" presName="rootConnector3" presStyleLbl="asst1" presStyleIdx="0" presStyleCnt="1"/>
      <dgm:spPr/>
    </dgm:pt>
    <dgm:pt modelId="{027E6349-79FD-48DC-BB39-ABD297F9EB1E}" type="pres">
      <dgm:prSet presAssocID="{CDC5587D-1156-4BE0-BE81-76EA493D68D8}" presName="hierChild6" presStyleCnt="0"/>
      <dgm:spPr/>
    </dgm:pt>
    <dgm:pt modelId="{C8EBFFA6-A5A4-4F02-9FDD-472AB0E3C803}" type="pres">
      <dgm:prSet presAssocID="{CDC5587D-1156-4BE0-BE81-76EA493D68D8}" presName="hierChild7" presStyleCnt="0"/>
      <dgm:spPr/>
    </dgm:pt>
  </dgm:ptLst>
  <dgm:cxnLst>
    <dgm:cxn modelId="{C6D56803-AFE6-4FEB-874B-B090125932AB}" type="presOf" srcId="{B3D92AF8-732E-449F-9A29-0EDC5EDB4970}" destId="{40A30744-71EE-4030-951C-86DBB25199E2}" srcOrd="0" destOrd="0" presId="urn:microsoft.com/office/officeart/2005/8/layout/orgChart1"/>
    <dgm:cxn modelId="{7B1B1207-D3EE-4C30-B256-A11CDD05A2FD}" type="presOf" srcId="{BFC0FF45-7989-433C-A083-E2257D5ACD85}" destId="{0DF819B9-5B34-4D3B-82B3-B84CF5491CE0}" srcOrd="0" destOrd="0" presId="urn:microsoft.com/office/officeart/2005/8/layout/orgChart1"/>
    <dgm:cxn modelId="{28E86C07-12A1-482E-BE84-0069AB1F70FF}" type="presOf" srcId="{8D18EC2F-B277-4048-9019-78882471E2A1}" destId="{6BF37C24-84D3-4C82-940B-4446E9527253}" srcOrd="0" destOrd="0" presId="urn:microsoft.com/office/officeart/2005/8/layout/orgChart1"/>
    <dgm:cxn modelId="{B9C62714-0884-414A-96AA-E7BACCBEB0B7}" srcId="{D76A89CE-7E4D-4A7D-A4FA-BCD088736C05}" destId="{7D2BAE94-EEEA-43C6-B987-7F6629C292F0}" srcOrd="1" destOrd="0" parTransId="{0180FE60-AC7E-4989-9C66-C407D212BD23}" sibTransId="{F1FDE47A-F785-45BD-AD06-B5F02592534B}"/>
    <dgm:cxn modelId="{F1990922-A282-4CFB-96BF-BF7F29D735BF}" srcId="{0FECA354-EEF2-4D1D-8EF7-DF841F0A2E3E}" destId="{D76A89CE-7E4D-4A7D-A4FA-BCD088736C05}" srcOrd="0" destOrd="0" parTransId="{A7D4A693-7048-4FBE-B29F-C9977FD3E545}" sibTransId="{36E42C8A-F97D-40FB-B726-3817215F0142}"/>
    <dgm:cxn modelId="{45D9DE3F-EF4E-472F-9215-F4ECFEAF4B8F}" type="presOf" srcId="{0FECA354-EEF2-4D1D-8EF7-DF841F0A2E3E}" destId="{598F87BC-6013-4211-B7CD-2761C09DD632}" srcOrd="0" destOrd="0" presId="urn:microsoft.com/office/officeart/2005/8/layout/orgChart1"/>
    <dgm:cxn modelId="{A2AD2B5E-D355-4975-B0D2-F7BB625E6F7F}" type="presOf" srcId="{8F4B07F0-A815-4CAD-8AA8-3A414EBDA260}" destId="{40D9FFBD-D9A4-4CF7-93D2-740CAD34C852}" srcOrd="0" destOrd="0" presId="urn:microsoft.com/office/officeart/2005/8/layout/orgChart1"/>
    <dgm:cxn modelId="{4D5ADD64-F805-471C-8C60-13A958664F66}" srcId="{D76A89CE-7E4D-4A7D-A4FA-BCD088736C05}" destId="{D6DBEBF6-D5F5-48C4-B55A-4D02B85FD447}" srcOrd="2" destOrd="0" parTransId="{8F4B07F0-A815-4CAD-8AA8-3A414EBDA260}" sibTransId="{2438312A-74B7-4E57-8003-76A42256BBEC}"/>
    <dgm:cxn modelId="{1222E264-4A57-4609-A9D5-0B39DD881586}" type="presOf" srcId="{D76A89CE-7E4D-4A7D-A4FA-BCD088736C05}" destId="{996D3095-B598-47A0-B268-E656B7A75D29}" srcOrd="0" destOrd="0" presId="urn:microsoft.com/office/officeart/2005/8/layout/orgChart1"/>
    <dgm:cxn modelId="{E59ED869-50F0-4590-B4E5-13210C8344A3}" type="presOf" srcId="{D6DBEBF6-D5F5-48C4-B55A-4D02B85FD447}" destId="{2433E5DD-BC65-4B7A-B7A8-867D0A228C17}" srcOrd="0" destOrd="0" presId="urn:microsoft.com/office/officeart/2005/8/layout/orgChart1"/>
    <dgm:cxn modelId="{CFCD774C-B35E-42AA-9E8D-875ADC1E8519}" srcId="{D76A89CE-7E4D-4A7D-A4FA-BCD088736C05}" destId="{CDC5587D-1156-4BE0-BE81-76EA493D68D8}" srcOrd="0" destOrd="0" parTransId="{44CE15F9-0E83-4C1C-A035-20F4ED57E9D0}" sibTransId="{5E74737B-3C36-4B50-850E-A26072E5D47D}"/>
    <dgm:cxn modelId="{4291356D-3990-4D4A-B334-4B23DCC7DF09}" type="presOf" srcId="{D76A89CE-7E4D-4A7D-A4FA-BCD088736C05}" destId="{14B253F4-F4CE-474F-BF0A-4103A2A0C334}" srcOrd="1" destOrd="0" presId="urn:microsoft.com/office/officeart/2005/8/layout/orgChart1"/>
    <dgm:cxn modelId="{93639173-36E6-4D98-A357-4DCF32481919}" type="presOf" srcId="{C78C7AEB-3271-4628-9238-0DD5E59A0406}" destId="{6CB4BD13-B28E-4FD4-9900-55B8F1EF7856}" srcOrd="0" destOrd="0" presId="urn:microsoft.com/office/officeart/2005/8/layout/orgChart1"/>
    <dgm:cxn modelId="{59064A7A-E4D6-43C3-B4B4-6356949DFD4F}" type="presOf" srcId="{4E8D1BD3-7FD5-4C52-A586-6105C37EE123}" destId="{226FB69E-EEE5-482B-820D-07400781C75D}" srcOrd="0" destOrd="0" presId="urn:microsoft.com/office/officeart/2005/8/layout/orgChart1"/>
    <dgm:cxn modelId="{F2E5B77F-B78D-43C7-B279-81F447F25001}" type="presOf" srcId="{C78C7AEB-3271-4628-9238-0DD5E59A0406}" destId="{D1702E11-2464-43B0-B1CA-733B34B98EF6}" srcOrd="1" destOrd="0" presId="urn:microsoft.com/office/officeart/2005/8/layout/orgChart1"/>
    <dgm:cxn modelId="{2617878B-FD8A-462B-BE01-37CADC59810A}" type="presOf" srcId="{B3D92AF8-732E-449F-9A29-0EDC5EDB4970}" destId="{FB55FC81-A03C-4B89-87D3-0D21E05C498D}" srcOrd="1" destOrd="0" presId="urn:microsoft.com/office/officeart/2005/8/layout/orgChart1"/>
    <dgm:cxn modelId="{556CED8E-4662-44CC-B16B-BDCE9978CB1A}" type="presOf" srcId="{A6D55D27-7D7D-42C0-82AC-94DA3165B526}" destId="{66C646CE-AC58-4A82-8493-0FB1F92FDCD6}" srcOrd="0" destOrd="0" presId="urn:microsoft.com/office/officeart/2005/8/layout/orgChart1"/>
    <dgm:cxn modelId="{B7FF7190-0D90-47CA-99B0-2609C06AE57E}" type="presOf" srcId="{CDC5587D-1156-4BE0-BE81-76EA493D68D8}" destId="{C4F5F702-CD22-4A26-A0F4-BEA18344BBC3}" srcOrd="1" destOrd="0" presId="urn:microsoft.com/office/officeart/2005/8/layout/orgChart1"/>
    <dgm:cxn modelId="{EF3B7592-49E8-4E16-BB29-3D17646143A8}" type="presOf" srcId="{30B11670-1597-4605-A575-A77D933F4507}" destId="{622D8153-23B6-4874-8196-C902ECF17FFF}" srcOrd="0" destOrd="0" presId="urn:microsoft.com/office/officeart/2005/8/layout/orgChart1"/>
    <dgm:cxn modelId="{68A27595-01A1-4969-B980-A60D3B77CE5B}" type="presOf" srcId="{44CE15F9-0E83-4C1C-A035-20F4ED57E9D0}" destId="{8F30AE82-139A-45D0-A39C-84EE69B7057E}" srcOrd="0" destOrd="0" presId="urn:microsoft.com/office/officeart/2005/8/layout/orgChart1"/>
    <dgm:cxn modelId="{BBC2C796-3911-4AB7-ADEA-DF480AC1F39D}" srcId="{EC6A5F36-535E-4B87-8237-618BAAC32E51}" destId="{928D49F1-A893-4642-B3C6-9B8B73508D18}" srcOrd="1" destOrd="0" parTransId="{A6D55D27-7D7D-42C0-82AC-94DA3165B526}" sibTransId="{EA100570-9120-4E57-8362-63169A08BD7B}"/>
    <dgm:cxn modelId="{84B45C9D-01C2-44DB-9512-45D10B41AD99}" type="presOf" srcId="{0180FE60-AC7E-4989-9C66-C407D212BD23}" destId="{3739136E-0DE7-47A2-85BB-4C6B8D8B1476}" srcOrd="0" destOrd="0" presId="urn:microsoft.com/office/officeart/2005/8/layout/orgChart1"/>
    <dgm:cxn modelId="{DD203DA7-AB9B-4B88-B6E8-9DF3ABB3252F}" type="presOf" srcId="{6A9B34E8-AE60-4662-8A7F-6F2FF0DAB44F}" destId="{A9CF1284-44E8-484E-A2A4-B41E0350B115}" srcOrd="0" destOrd="0" presId="urn:microsoft.com/office/officeart/2005/8/layout/orgChart1"/>
    <dgm:cxn modelId="{F33D39AA-9814-4E62-B73E-2E272283D223}" srcId="{EC6A5F36-535E-4B87-8237-618BAAC32E51}" destId="{4E8D1BD3-7FD5-4C52-A586-6105C37EE123}" srcOrd="0" destOrd="0" parTransId="{BFC0FF45-7989-433C-A083-E2257D5ACD85}" sibTransId="{85D37859-4B1E-481A-8AFD-692252AA7A07}"/>
    <dgm:cxn modelId="{C18778B5-D513-4296-BBF1-24C9619AA105}" type="presOf" srcId="{EC6A5F36-535E-4B87-8237-618BAAC32E51}" destId="{81284B45-0239-4C4F-99B1-05A1B608715B}" srcOrd="0" destOrd="0" presId="urn:microsoft.com/office/officeart/2005/8/layout/orgChart1"/>
    <dgm:cxn modelId="{786769C6-28B9-4332-8FD5-F9899DB63DB5}" type="presOf" srcId="{CDC5587D-1156-4BE0-BE81-76EA493D68D8}" destId="{3A2F88FA-BCB0-4A26-AC03-E2380CDBEF05}" srcOrd="0" destOrd="0" presId="urn:microsoft.com/office/officeart/2005/8/layout/orgChart1"/>
    <dgm:cxn modelId="{C476CCC9-D9DB-4106-A194-0802D188B611}" type="presOf" srcId="{7D2BAE94-EEEA-43C6-B987-7F6629C292F0}" destId="{17517E56-FA84-4307-A360-4637991AEC5A}" srcOrd="0" destOrd="0" presId="urn:microsoft.com/office/officeart/2005/8/layout/orgChart1"/>
    <dgm:cxn modelId="{B54253CC-41D9-413D-ADFD-6F7DC49D0321}" type="presOf" srcId="{4E8D1BD3-7FD5-4C52-A586-6105C37EE123}" destId="{DD2F8550-C585-441F-8F53-049343A7A9F2}" srcOrd="1" destOrd="0" presId="urn:microsoft.com/office/officeart/2005/8/layout/orgChart1"/>
    <dgm:cxn modelId="{1C88C0D3-C74E-4AF3-9AF8-BEA6E56D5564}" type="presOf" srcId="{EC6A5F36-535E-4B87-8237-618BAAC32E51}" destId="{3E9550E8-5EA8-4E64-9FD9-E7118F76B71D}" srcOrd="1" destOrd="0" presId="urn:microsoft.com/office/officeart/2005/8/layout/orgChart1"/>
    <dgm:cxn modelId="{57599ED8-228B-46D5-8616-EDC39D69F197}" type="presOf" srcId="{928D49F1-A893-4642-B3C6-9B8B73508D18}" destId="{0744C261-CCED-47D4-B68A-E85A93E93809}" srcOrd="1" destOrd="0" presId="urn:microsoft.com/office/officeart/2005/8/layout/orgChart1"/>
    <dgm:cxn modelId="{4C0805DD-F6A9-4FD1-B0E3-A43AB1DC27AC}" type="presOf" srcId="{D6DBEBF6-D5F5-48C4-B55A-4D02B85FD447}" destId="{FA7F102D-5EB3-4468-86D8-81C396C99046}" srcOrd="1" destOrd="0" presId="urn:microsoft.com/office/officeart/2005/8/layout/orgChart1"/>
    <dgm:cxn modelId="{A30ABFE0-25FB-4F75-86A7-3C7A8F0971AB}" srcId="{D6DBEBF6-D5F5-48C4-B55A-4D02B85FD447}" destId="{EC6A5F36-535E-4B87-8237-618BAAC32E51}" srcOrd="1" destOrd="0" parTransId="{30B11670-1597-4605-A575-A77D933F4507}" sibTransId="{8738321B-6049-4C66-9E44-F5088134CE5A}"/>
    <dgm:cxn modelId="{F1DE2DE1-CBD6-4F75-874B-145832ACEFA0}" type="presOf" srcId="{7D2BAE94-EEEA-43C6-B987-7F6629C292F0}" destId="{2DBC29D7-0988-4EEF-B08B-37878A4F2042}" srcOrd="1" destOrd="0" presId="urn:microsoft.com/office/officeart/2005/8/layout/orgChart1"/>
    <dgm:cxn modelId="{09B5C1E2-DFEE-46D4-AFB9-65969FBC1F93}" srcId="{D6DBEBF6-D5F5-48C4-B55A-4D02B85FD447}" destId="{C78C7AEB-3271-4628-9238-0DD5E59A0406}" srcOrd="0" destOrd="0" parTransId="{6A9B34E8-AE60-4662-8A7F-6F2FF0DAB44F}" sibTransId="{B1A751CD-E1CB-43FC-980B-C4B0E6CEC440}"/>
    <dgm:cxn modelId="{2C44FFE7-997C-4104-9D00-A2922BA2F2FE}" srcId="{7D2BAE94-EEEA-43C6-B987-7F6629C292F0}" destId="{B3D92AF8-732E-449F-9A29-0EDC5EDB4970}" srcOrd="0" destOrd="0" parTransId="{8D18EC2F-B277-4048-9019-78882471E2A1}" sibTransId="{FA4666D0-054B-4A4E-9443-6B94FDF16A79}"/>
    <dgm:cxn modelId="{46C88AE9-E1B7-48AD-9BF9-BAF93AC719FD}" type="presOf" srcId="{928D49F1-A893-4642-B3C6-9B8B73508D18}" destId="{9E5E501B-887A-46E8-AF71-5BD991D0A429}" srcOrd="0" destOrd="0" presId="urn:microsoft.com/office/officeart/2005/8/layout/orgChart1"/>
    <dgm:cxn modelId="{80648593-4FCA-47D7-91EA-762D98731F6C}" type="presParOf" srcId="{598F87BC-6013-4211-B7CD-2761C09DD632}" destId="{7B5F41D6-3A77-4B82-9F42-86FC056E68B5}" srcOrd="0" destOrd="0" presId="urn:microsoft.com/office/officeart/2005/8/layout/orgChart1"/>
    <dgm:cxn modelId="{0548420E-BB38-4260-B630-E9C9C17D618B}" type="presParOf" srcId="{7B5F41D6-3A77-4B82-9F42-86FC056E68B5}" destId="{3753D09B-DFAD-423F-9E19-F37E4636DA0C}" srcOrd="0" destOrd="0" presId="urn:microsoft.com/office/officeart/2005/8/layout/orgChart1"/>
    <dgm:cxn modelId="{C6C9DE5D-866F-4ACA-86A7-E35ACC11095D}" type="presParOf" srcId="{3753D09B-DFAD-423F-9E19-F37E4636DA0C}" destId="{996D3095-B598-47A0-B268-E656B7A75D29}" srcOrd="0" destOrd="0" presId="urn:microsoft.com/office/officeart/2005/8/layout/orgChart1"/>
    <dgm:cxn modelId="{0465A8C8-1E9A-4EED-A812-8E4106416C7D}" type="presParOf" srcId="{3753D09B-DFAD-423F-9E19-F37E4636DA0C}" destId="{14B253F4-F4CE-474F-BF0A-4103A2A0C334}" srcOrd="1" destOrd="0" presId="urn:microsoft.com/office/officeart/2005/8/layout/orgChart1"/>
    <dgm:cxn modelId="{F8781A8E-2381-48DC-801C-50D9DE9284E1}" type="presParOf" srcId="{7B5F41D6-3A77-4B82-9F42-86FC056E68B5}" destId="{5BE9F5AF-7EB4-4BDD-836E-8D4DFFD54930}" srcOrd="1" destOrd="0" presId="urn:microsoft.com/office/officeart/2005/8/layout/orgChart1"/>
    <dgm:cxn modelId="{5358101D-825E-44F9-905D-26B44774CBC0}" type="presParOf" srcId="{5BE9F5AF-7EB4-4BDD-836E-8D4DFFD54930}" destId="{3739136E-0DE7-47A2-85BB-4C6B8D8B1476}" srcOrd="0" destOrd="0" presId="urn:microsoft.com/office/officeart/2005/8/layout/orgChart1"/>
    <dgm:cxn modelId="{43175528-4749-4D61-9E99-91A6FA9AAA63}" type="presParOf" srcId="{5BE9F5AF-7EB4-4BDD-836E-8D4DFFD54930}" destId="{50B6C101-3C43-4B42-B7A6-1A399C46F291}" srcOrd="1" destOrd="0" presId="urn:microsoft.com/office/officeart/2005/8/layout/orgChart1"/>
    <dgm:cxn modelId="{418C06E0-01DD-4A1D-92AF-A01C138E6AA8}" type="presParOf" srcId="{50B6C101-3C43-4B42-B7A6-1A399C46F291}" destId="{59E00BCA-CCF6-448E-864F-0219A34EEB5E}" srcOrd="0" destOrd="0" presId="urn:microsoft.com/office/officeart/2005/8/layout/orgChart1"/>
    <dgm:cxn modelId="{31317169-6488-4C56-9D0D-00BF449FF5B5}" type="presParOf" srcId="{59E00BCA-CCF6-448E-864F-0219A34EEB5E}" destId="{17517E56-FA84-4307-A360-4637991AEC5A}" srcOrd="0" destOrd="0" presId="urn:microsoft.com/office/officeart/2005/8/layout/orgChart1"/>
    <dgm:cxn modelId="{46D4D497-FFD8-46F7-A9D3-6DB13050CDBF}" type="presParOf" srcId="{59E00BCA-CCF6-448E-864F-0219A34EEB5E}" destId="{2DBC29D7-0988-4EEF-B08B-37878A4F2042}" srcOrd="1" destOrd="0" presId="urn:microsoft.com/office/officeart/2005/8/layout/orgChart1"/>
    <dgm:cxn modelId="{7B293EC0-A72A-4717-A511-5459E292E19F}" type="presParOf" srcId="{50B6C101-3C43-4B42-B7A6-1A399C46F291}" destId="{923479D7-AED8-4977-995D-D2C8A6155444}" srcOrd="1" destOrd="0" presId="urn:microsoft.com/office/officeart/2005/8/layout/orgChart1"/>
    <dgm:cxn modelId="{33092471-4214-47B1-A0A6-77144BE75C60}" type="presParOf" srcId="{923479D7-AED8-4977-995D-D2C8A6155444}" destId="{6BF37C24-84D3-4C82-940B-4446E9527253}" srcOrd="0" destOrd="0" presId="urn:microsoft.com/office/officeart/2005/8/layout/orgChart1"/>
    <dgm:cxn modelId="{3D8535ED-69D7-4CDB-A69F-CF2BAA35A8E1}" type="presParOf" srcId="{923479D7-AED8-4977-995D-D2C8A6155444}" destId="{F589DD97-F80F-43F7-950D-ACD4B17D4945}" srcOrd="1" destOrd="0" presId="urn:microsoft.com/office/officeart/2005/8/layout/orgChart1"/>
    <dgm:cxn modelId="{9BEF67FF-FD4D-4708-B4A0-74848A4D4AA5}" type="presParOf" srcId="{F589DD97-F80F-43F7-950D-ACD4B17D4945}" destId="{13C6C800-2729-4500-A495-206D5D496557}" srcOrd="0" destOrd="0" presId="urn:microsoft.com/office/officeart/2005/8/layout/orgChart1"/>
    <dgm:cxn modelId="{5817D713-3D3B-4780-8238-BE286BE2F1B0}" type="presParOf" srcId="{13C6C800-2729-4500-A495-206D5D496557}" destId="{40A30744-71EE-4030-951C-86DBB25199E2}" srcOrd="0" destOrd="0" presId="urn:microsoft.com/office/officeart/2005/8/layout/orgChart1"/>
    <dgm:cxn modelId="{DADF53BD-0FB7-4C6D-931B-212F3C174DE7}" type="presParOf" srcId="{13C6C800-2729-4500-A495-206D5D496557}" destId="{FB55FC81-A03C-4B89-87D3-0D21E05C498D}" srcOrd="1" destOrd="0" presId="urn:microsoft.com/office/officeart/2005/8/layout/orgChart1"/>
    <dgm:cxn modelId="{C392F9C7-7DD6-4EF8-9F7D-67F6FA6B1EBA}" type="presParOf" srcId="{F589DD97-F80F-43F7-950D-ACD4B17D4945}" destId="{B0EC9240-E452-4243-A4A0-67A7F37D9C1C}" srcOrd="1" destOrd="0" presId="urn:microsoft.com/office/officeart/2005/8/layout/orgChart1"/>
    <dgm:cxn modelId="{6D80568A-A6D1-4BC8-B7BF-EA4D437F0D79}" type="presParOf" srcId="{F589DD97-F80F-43F7-950D-ACD4B17D4945}" destId="{58C3654F-1104-4249-BAFB-F6C522E85B23}" srcOrd="2" destOrd="0" presId="urn:microsoft.com/office/officeart/2005/8/layout/orgChart1"/>
    <dgm:cxn modelId="{CED68135-8E1F-462B-AFCD-B84B92BD6CA1}" type="presParOf" srcId="{50B6C101-3C43-4B42-B7A6-1A399C46F291}" destId="{EB0FDA22-F691-4C77-BA38-016836E1F258}" srcOrd="2" destOrd="0" presId="urn:microsoft.com/office/officeart/2005/8/layout/orgChart1"/>
    <dgm:cxn modelId="{9E1483F8-984E-4EF3-8F89-571C25D4D663}" type="presParOf" srcId="{5BE9F5AF-7EB4-4BDD-836E-8D4DFFD54930}" destId="{40D9FFBD-D9A4-4CF7-93D2-740CAD34C852}" srcOrd="2" destOrd="0" presId="urn:microsoft.com/office/officeart/2005/8/layout/orgChart1"/>
    <dgm:cxn modelId="{FA8F1B2F-00D1-4F4B-B811-5B5114376CCB}" type="presParOf" srcId="{5BE9F5AF-7EB4-4BDD-836E-8D4DFFD54930}" destId="{D0317B69-AD59-4EEE-9E20-B3AE7B3423F3}" srcOrd="3" destOrd="0" presId="urn:microsoft.com/office/officeart/2005/8/layout/orgChart1"/>
    <dgm:cxn modelId="{36535078-D808-40EC-86F6-853ED97F6FB2}" type="presParOf" srcId="{D0317B69-AD59-4EEE-9E20-B3AE7B3423F3}" destId="{0FE67941-A11F-4F02-A94F-0C3FE8D68246}" srcOrd="0" destOrd="0" presId="urn:microsoft.com/office/officeart/2005/8/layout/orgChart1"/>
    <dgm:cxn modelId="{B08BFF00-57AA-4BE9-9DCB-8D4B4BD300B0}" type="presParOf" srcId="{0FE67941-A11F-4F02-A94F-0C3FE8D68246}" destId="{2433E5DD-BC65-4B7A-B7A8-867D0A228C17}" srcOrd="0" destOrd="0" presId="urn:microsoft.com/office/officeart/2005/8/layout/orgChart1"/>
    <dgm:cxn modelId="{C1B01806-CA6A-4C14-AC5B-8D8F496FC65D}" type="presParOf" srcId="{0FE67941-A11F-4F02-A94F-0C3FE8D68246}" destId="{FA7F102D-5EB3-4468-86D8-81C396C99046}" srcOrd="1" destOrd="0" presId="urn:microsoft.com/office/officeart/2005/8/layout/orgChart1"/>
    <dgm:cxn modelId="{7D9E4654-50CD-4558-BC88-39AFFCBA385C}" type="presParOf" srcId="{D0317B69-AD59-4EEE-9E20-B3AE7B3423F3}" destId="{C53502D9-C9E7-4476-B3A7-143867028210}" srcOrd="1" destOrd="0" presId="urn:microsoft.com/office/officeart/2005/8/layout/orgChart1"/>
    <dgm:cxn modelId="{8D69CBAF-1DF1-4AB7-AAF6-5332B66E8F71}" type="presParOf" srcId="{C53502D9-C9E7-4476-B3A7-143867028210}" destId="{A9CF1284-44E8-484E-A2A4-B41E0350B115}" srcOrd="0" destOrd="0" presId="urn:microsoft.com/office/officeart/2005/8/layout/orgChart1"/>
    <dgm:cxn modelId="{C7F33C30-9946-4C71-AAC3-F8A09F6C51B1}" type="presParOf" srcId="{C53502D9-C9E7-4476-B3A7-143867028210}" destId="{2A05F76B-E8CC-4608-B2FC-32292D273593}" srcOrd="1" destOrd="0" presId="urn:microsoft.com/office/officeart/2005/8/layout/orgChart1"/>
    <dgm:cxn modelId="{32E48206-DB5B-4FDC-BF36-8B6BDE3264C8}" type="presParOf" srcId="{2A05F76B-E8CC-4608-B2FC-32292D273593}" destId="{0C08E3BB-C8EB-45AB-AC57-CCAC79704F94}" srcOrd="0" destOrd="0" presId="urn:microsoft.com/office/officeart/2005/8/layout/orgChart1"/>
    <dgm:cxn modelId="{26BDF079-76F7-4153-825E-D50EFFAD621B}" type="presParOf" srcId="{0C08E3BB-C8EB-45AB-AC57-CCAC79704F94}" destId="{6CB4BD13-B28E-4FD4-9900-55B8F1EF7856}" srcOrd="0" destOrd="0" presId="urn:microsoft.com/office/officeart/2005/8/layout/orgChart1"/>
    <dgm:cxn modelId="{FF7295EB-6266-4CF8-B907-A245B05DBDA9}" type="presParOf" srcId="{0C08E3BB-C8EB-45AB-AC57-CCAC79704F94}" destId="{D1702E11-2464-43B0-B1CA-733B34B98EF6}" srcOrd="1" destOrd="0" presId="urn:microsoft.com/office/officeart/2005/8/layout/orgChart1"/>
    <dgm:cxn modelId="{D6EBB6F7-78B3-4092-A5EE-EBEECC634D3C}" type="presParOf" srcId="{2A05F76B-E8CC-4608-B2FC-32292D273593}" destId="{7DD672A7-20CE-43A7-BE68-19F0F60198F9}" srcOrd="1" destOrd="0" presId="urn:microsoft.com/office/officeart/2005/8/layout/orgChart1"/>
    <dgm:cxn modelId="{7B02C2AB-22D9-4432-B284-49D2EAE17D2D}" type="presParOf" srcId="{2A05F76B-E8CC-4608-B2FC-32292D273593}" destId="{8873253B-9F67-4529-AE97-8863E2FD81AD}" srcOrd="2" destOrd="0" presId="urn:microsoft.com/office/officeart/2005/8/layout/orgChart1"/>
    <dgm:cxn modelId="{A2D194A7-D40B-4CE1-BA5D-FB66DFB604C4}" type="presParOf" srcId="{C53502D9-C9E7-4476-B3A7-143867028210}" destId="{622D8153-23B6-4874-8196-C902ECF17FFF}" srcOrd="2" destOrd="0" presId="urn:microsoft.com/office/officeart/2005/8/layout/orgChart1"/>
    <dgm:cxn modelId="{5A500965-33DE-48C7-93D1-CD9C95AA032A}" type="presParOf" srcId="{C53502D9-C9E7-4476-B3A7-143867028210}" destId="{38FD342F-EB12-4B67-ADC3-243C8C274AE9}" srcOrd="3" destOrd="0" presId="urn:microsoft.com/office/officeart/2005/8/layout/orgChart1"/>
    <dgm:cxn modelId="{D809EB19-A210-48DF-AD70-CD47938A75EB}" type="presParOf" srcId="{38FD342F-EB12-4B67-ADC3-243C8C274AE9}" destId="{904A201A-8190-4F75-B019-5521F11909E4}" srcOrd="0" destOrd="0" presId="urn:microsoft.com/office/officeart/2005/8/layout/orgChart1"/>
    <dgm:cxn modelId="{EB32C724-AF78-4661-921B-C930167D5F94}" type="presParOf" srcId="{904A201A-8190-4F75-B019-5521F11909E4}" destId="{81284B45-0239-4C4F-99B1-05A1B608715B}" srcOrd="0" destOrd="0" presId="urn:microsoft.com/office/officeart/2005/8/layout/orgChart1"/>
    <dgm:cxn modelId="{510D1F72-8B1B-4740-B558-BE5A9DA95A01}" type="presParOf" srcId="{904A201A-8190-4F75-B019-5521F11909E4}" destId="{3E9550E8-5EA8-4E64-9FD9-E7118F76B71D}" srcOrd="1" destOrd="0" presId="urn:microsoft.com/office/officeart/2005/8/layout/orgChart1"/>
    <dgm:cxn modelId="{D659A21C-5611-4074-8D34-FE9057DDFBCC}" type="presParOf" srcId="{38FD342F-EB12-4B67-ADC3-243C8C274AE9}" destId="{D2C323EF-7CB5-4A87-A580-44DAC90A9ACB}" srcOrd="1" destOrd="0" presId="urn:microsoft.com/office/officeart/2005/8/layout/orgChart1"/>
    <dgm:cxn modelId="{DECCDC90-8B65-4A23-A14A-83DF3601CAE7}" type="presParOf" srcId="{D2C323EF-7CB5-4A87-A580-44DAC90A9ACB}" destId="{0DF819B9-5B34-4D3B-82B3-B84CF5491CE0}" srcOrd="0" destOrd="0" presId="urn:microsoft.com/office/officeart/2005/8/layout/orgChart1"/>
    <dgm:cxn modelId="{4B3AC1D9-385B-43E1-A8C9-0E5A1A466165}" type="presParOf" srcId="{D2C323EF-7CB5-4A87-A580-44DAC90A9ACB}" destId="{796F9B8A-1A68-4ED4-A0E6-9CFDD8CB2EE8}" srcOrd="1" destOrd="0" presId="urn:microsoft.com/office/officeart/2005/8/layout/orgChart1"/>
    <dgm:cxn modelId="{A8B66932-981E-4453-BE47-7AFCC4684408}" type="presParOf" srcId="{796F9B8A-1A68-4ED4-A0E6-9CFDD8CB2EE8}" destId="{E33CF1BD-D517-49EB-B481-EB7DBAB4CEBD}" srcOrd="0" destOrd="0" presId="urn:microsoft.com/office/officeart/2005/8/layout/orgChart1"/>
    <dgm:cxn modelId="{7D54AAE5-69C4-4E1C-BA0D-E3F4FB9B0D5D}" type="presParOf" srcId="{E33CF1BD-D517-49EB-B481-EB7DBAB4CEBD}" destId="{226FB69E-EEE5-482B-820D-07400781C75D}" srcOrd="0" destOrd="0" presId="urn:microsoft.com/office/officeart/2005/8/layout/orgChart1"/>
    <dgm:cxn modelId="{B1626E50-6903-4094-A96C-086E823AD661}" type="presParOf" srcId="{E33CF1BD-D517-49EB-B481-EB7DBAB4CEBD}" destId="{DD2F8550-C585-441F-8F53-049343A7A9F2}" srcOrd="1" destOrd="0" presId="urn:microsoft.com/office/officeart/2005/8/layout/orgChart1"/>
    <dgm:cxn modelId="{8FC7611C-0BB3-497F-B8B5-F99C09EFD573}" type="presParOf" srcId="{796F9B8A-1A68-4ED4-A0E6-9CFDD8CB2EE8}" destId="{C5BB6EDE-5E71-4386-9EFF-A5FDE6368378}" srcOrd="1" destOrd="0" presId="urn:microsoft.com/office/officeart/2005/8/layout/orgChart1"/>
    <dgm:cxn modelId="{7389A6FF-6E94-4D9D-93CD-51A991958738}" type="presParOf" srcId="{796F9B8A-1A68-4ED4-A0E6-9CFDD8CB2EE8}" destId="{4F57F58B-3CAA-4CAC-ADAD-B63D6EC2F97D}" srcOrd="2" destOrd="0" presId="urn:microsoft.com/office/officeart/2005/8/layout/orgChart1"/>
    <dgm:cxn modelId="{34255C8E-00CF-4D34-B412-9ADD8CE5468C}" type="presParOf" srcId="{D2C323EF-7CB5-4A87-A580-44DAC90A9ACB}" destId="{66C646CE-AC58-4A82-8493-0FB1F92FDCD6}" srcOrd="2" destOrd="0" presId="urn:microsoft.com/office/officeart/2005/8/layout/orgChart1"/>
    <dgm:cxn modelId="{C7718B63-57F1-4C0E-B583-E76435FD281A}" type="presParOf" srcId="{D2C323EF-7CB5-4A87-A580-44DAC90A9ACB}" destId="{4622B823-8B3D-4A0D-9046-86DF882F36BF}" srcOrd="3" destOrd="0" presId="urn:microsoft.com/office/officeart/2005/8/layout/orgChart1"/>
    <dgm:cxn modelId="{9F511A5C-205D-44C9-84E6-DF36EA948EF2}" type="presParOf" srcId="{4622B823-8B3D-4A0D-9046-86DF882F36BF}" destId="{D72808E4-FB28-4D88-B5BE-52139B30B84F}" srcOrd="0" destOrd="0" presId="urn:microsoft.com/office/officeart/2005/8/layout/orgChart1"/>
    <dgm:cxn modelId="{BD7BF37C-37C8-42A4-858A-DAF13B74A162}" type="presParOf" srcId="{D72808E4-FB28-4D88-B5BE-52139B30B84F}" destId="{9E5E501B-887A-46E8-AF71-5BD991D0A429}" srcOrd="0" destOrd="0" presId="urn:microsoft.com/office/officeart/2005/8/layout/orgChart1"/>
    <dgm:cxn modelId="{97423C41-9E23-4DC4-B33E-BC9A274FB220}" type="presParOf" srcId="{D72808E4-FB28-4D88-B5BE-52139B30B84F}" destId="{0744C261-CCED-47D4-B68A-E85A93E93809}" srcOrd="1" destOrd="0" presId="urn:microsoft.com/office/officeart/2005/8/layout/orgChart1"/>
    <dgm:cxn modelId="{B3AD79DC-B438-4508-93C4-6B8C25834CB8}" type="presParOf" srcId="{4622B823-8B3D-4A0D-9046-86DF882F36BF}" destId="{D627F105-DE56-4A1E-AA96-CF7A1515E10F}" srcOrd="1" destOrd="0" presId="urn:microsoft.com/office/officeart/2005/8/layout/orgChart1"/>
    <dgm:cxn modelId="{5243A95B-5C5F-4CE9-86A4-F0D1B8CD7D7F}" type="presParOf" srcId="{4622B823-8B3D-4A0D-9046-86DF882F36BF}" destId="{A0140E39-1552-4C29-AA48-5951C4EEE549}" srcOrd="2" destOrd="0" presId="urn:microsoft.com/office/officeart/2005/8/layout/orgChart1"/>
    <dgm:cxn modelId="{680BC154-0B72-4C12-B8E3-30747B9D4B1C}" type="presParOf" srcId="{38FD342F-EB12-4B67-ADC3-243C8C274AE9}" destId="{3488068C-46C7-4F19-9354-8B8486BCB5ED}" srcOrd="2" destOrd="0" presId="urn:microsoft.com/office/officeart/2005/8/layout/orgChart1"/>
    <dgm:cxn modelId="{FE071D80-D283-421E-9956-4D48CACD42B8}" type="presParOf" srcId="{D0317B69-AD59-4EEE-9E20-B3AE7B3423F3}" destId="{8D61504E-9E7E-4252-9E50-B719E2223E9F}" srcOrd="2" destOrd="0" presId="urn:microsoft.com/office/officeart/2005/8/layout/orgChart1"/>
    <dgm:cxn modelId="{F420B78A-2AC3-4128-84F2-0985E18E2AF7}" type="presParOf" srcId="{7B5F41D6-3A77-4B82-9F42-86FC056E68B5}" destId="{52F886AB-22D2-43E6-BB77-C6671F69ADAE}" srcOrd="2" destOrd="0" presId="urn:microsoft.com/office/officeart/2005/8/layout/orgChart1"/>
    <dgm:cxn modelId="{4F3B7238-EBAD-4AAE-83E1-DC43798E22B1}" type="presParOf" srcId="{52F886AB-22D2-43E6-BB77-C6671F69ADAE}" destId="{8F30AE82-139A-45D0-A39C-84EE69B7057E}" srcOrd="0" destOrd="0" presId="urn:microsoft.com/office/officeart/2005/8/layout/orgChart1"/>
    <dgm:cxn modelId="{C2E07976-131B-4CCD-8F28-ED341B95B90E}" type="presParOf" srcId="{52F886AB-22D2-43E6-BB77-C6671F69ADAE}" destId="{6BEBD700-8321-4B47-ABE2-06628B94F4D6}" srcOrd="1" destOrd="0" presId="urn:microsoft.com/office/officeart/2005/8/layout/orgChart1"/>
    <dgm:cxn modelId="{25450615-C669-4CF3-BE76-FB7138EB7E6F}" type="presParOf" srcId="{6BEBD700-8321-4B47-ABE2-06628B94F4D6}" destId="{0D4C8186-B1F2-42AF-B762-1982C6089833}" srcOrd="0" destOrd="0" presId="urn:microsoft.com/office/officeart/2005/8/layout/orgChart1"/>
    <dgm:cxn modelId="{F67A61E7-CC66-4003-8580-AF267845976C}" type="presParOf" srcId="{0D4C8186-B1F2-42AF-B762-1982C6089833}" destId="{3A2F88FA-BCB0-4A26-AC03-E2380CDBEF05}" srcOrd="0" destOrd="0" presId="urn:microsoft.com/office/officeart/2005/8/layout/orgChart1"/>
    <dgm:cxn modelId="{D335A15B-0F50-475F-8D69-B5378AB743B8}" type="presParOf" srcId="{0D4C8186-B1F2-42AF-B762-1982C6089833}" destId="{C4F5F702-CD22-4A26-A0F4-BEA18344BBC3}" srcOrd="1" destOrd="0" presId="urn:microsoft.com/office/officeart/2005/8/layout/orgChart1"/>
    <dgm:cxn modelId="{BDF70C8E-C739-477F-A8B2-55D15226FB52}" type="presParOf" srcId="{6BEBD700-8321-4B47-ABE2-06628B94F4D6}" destId="{027E6349-79FD-48DC-BB39-ABD297F9EB1E}" srcOrd="1" destOrd="0" presId="urn:microsoft.com/office/officeart/2005/8/layout/orgChart1"/>
    <dgm:cxn modelId="{A619FB24-698B-4F00-990D-47458CAAC642}" type="presParOf" srcId="{6BEBD700-8321-4B47-ABE2-06628B94F4D6}" destId="{C8EBFFA6-A5A4-4F02-9FDD-472AB0E3C803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FECA354-EEF2-4D1D-8EF7-DF841F0A2E3E}" type="doc">
      <dgm:prSet loTypeId="urn:microsoft.com/office/officeart/2005/8/layout/orgChart1" loCatId="hierarchy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D76A89CE-7E4D-4A7D-A4FA-BCD088736C05}">
      <dgm:prSet phldrT="[Text]" phldr="0" custT="1"/>
      <dgm:spPr/>
      <dgm:t>
        <a:bodyPr/>
        <a:lstStyle/>
        <a:p>
          <a:r>
            <a:rPr lang="en-US" sz="1000" dirty="0"/>
            <a:t>COCA-COLA SALES</a:t>
          </a:r>
        </a:p>
        <a:p>
          <a:r>
            <a:rPr lang="en-US" sz="1400" b="1" dirty="0"/>
            <a:t>12.3MM kg </a:t>
          </a:r>
          <a:r>
            <a:rPr lang="en-US" sz="1400" dirty="0"/>
            <a:t>(+1.2%)</a:t>
          </a:r>
        </a:p>
      </dgm:t>
    </dgm:pt>
    <dgm:pt modelId="{A7D4A693-7048-4FBE-B29F-C9977FD3E545}" type="parTrans" cxnId="{F1990922-A282-4CFB-96BF-BF7F29D735BF}">
      <dgm:prSet/>
      <dgm:spPr/>
      <dgm:t>
        <a:bodyPr/>
        <a:lstStyle/>
        <a:p>
          <a:endParaRPr lang="en-US" sz="1400"/>
        </a:p>
      </dgm:t>
    </dgm:pt>
    <dgm:pt modelId="{36E42C8A-F97D-40FB-B726-3817215F0142}" type="sibTrans" cxnId="{F1990922-A282-4CFB-96BF-BF7F29D735BF}">
      <dgm:prSet/>
      <dgm:spPr/>
      <dgm:t>
        <a:bodyPr/>
        <a:lstStyle/>
        <a:p>
          <a:endParaRPr lang="en-US" sz="1400"/>
        </a:p>
      </dgm:t>
    </dgm:pt>
    <dgm:pt modelId="{CDC5587D-1156-4BE0-BE81-76EA493D68D8}" type="asst">
      <dgm:prSet phldrT="[Text]" phldr="0" custT="1"/>
      <dgm:spPr/>
      <dgm:t>
        <a:bodyPr/>
        <a:lstStyle/>
        <a:p>
          <a:r>
            <a:rPr lang="en-US" sz="1000" dirty="0"/>
            <a:t>TOTAL HHs</a:t>
          </a:r>
        </a:p>
        <a:p>
          <a:r>
            <a:rPr lang="en-US" sz="1400" b="1" dirty="0"/>
            <a:t>12.3MM </a:t>
          </a:r>
          <a:r>
            <a:rPr lang="en-US" sz="1400" dirty="0"/>
            <a:t>(+1.2%)</a:t>
          </a:r>
        </a:p>
      </dgm:t>
    </dgm:pt>
    <dgm:pt modelId="{44CE15F9-0E83-4C1C-A035-20F4ED57E9D0}" type="parTrans" cxnId="{CFCD774C-B35E-42AA-9E8D-875ADC1E8519}">
      <dgm:prSet/>
      <dgm:spPr/>
      <dgm:t>
        <a:bodyPr/>
        <a:lstStyle/>
        <a:p>
          <a:endParaRPr lang="en-US" sz="1400"/>
        </a:p>
      </dgm:t>
    </dgm:pt>
    <dgm:pt modelId="{5E74737B-3C36-4B50-850E-A26072E5D47D}" type="sibTrans" cxnId="{CFCD774C-B35E-42AA-9E8D-875ADC1E8519}">
      <dgm:prSet/>
      <dgm:spPr/>
      <dgm:t>
        <a:bodyPr/>
        <a:lstStyle/>
        <a:p>
          <a:endParaRPr lang="en-US" sz="1400"/>
        </a:p>
      </dgm:t>
    </dgm:pt>
    <dgm:pt modelId="{7D2BAE94-EEEA-43C6-B987-7F6629C292F0}">
      <dgm:prSet phldrT="[Text]" phldr="0" custT="1"/>
      <dgm:spPr/>
      <dgm:t>
        <a:bodyPr/>
        <a:lstStyle/>
        <a:p>
          <a:r>
            <a:rPr lang="en-US" sz="1000" dirty="0"/>
            <a:t>HH PENETRATION</a:t>
          </a:r>
        </a:p>
        <a:p>
          <a:r>
            <a:rPr lang="en-US" sz="1400" b="1" dirty="0"/>
            <a:t>12% </a:t>
          </a:r>
          <a:r>
            <a:rPr lang="en-US" sz="1400" dirty="0"/>
            <a:t>(+1.2 pp)</a:t>
          </a:r>
        </a:p>
      </dgm:t>
    </dgm:pt>
    <dgm:pt modelId="{0180FE60-AC7E-4989-9C66-C407D212BD23}" type="parTrans" cxnId="{B9C62714-0884-414A-96AA-E7BACCBEB0B7}">
      <dgm:prSet/>
      <dgm:spPr/>
      <dgm:t>
        <a:bodyPr/>
        <a:lstStyle/>
        <a:p>
          <a:endParaRPr lang="en-US" sz="1400"/>
        </a:p>
      </dgm:t>
    </dgm:pt>
    <dgm:pt modelId="{F1FDE47A-F785-45BD-AD06-B5F02592534B}" type="sibTrans" cxnId="{B9C62714-0884-414A-96AA-E7BACCBEB0B7}">
      <dgm:prSet/>
      <dgm:spPr/>
      <dgm:t>
        <a:bodyPr/>
        <a:lstStyle/>
        <a:p>
          <a:endParaRPr lang="en-US" sz="1400"/>
        </a:p>
      </dgm:t>
    </dgm:pt>
    <dgm:pt modelId="{B3D92AF8-732E-449F-9A29-0EDC5EDB4970}">
      <dgm:prSet phldrT="[Text]" phldr="0" custT="1"/>
      <dgm:spPr/>
      <dgm:t>
        <a:bodyPr/>
        <a:lstStyle/>
        <a:p>
          <a:r>
            <a:rPr lang="en-US" sz="1000" dirty="0"/>
            <a:t>REPEAT RATE</a:t>
          </a:r>
        </a:p>
        <a:p>
          <a:r>
            <a:rPr lang="en-US" sz="1400" b="1" dirty="0"/>
            <a:t>12.3% </a:t>
          </a:r>
          <a:r>
            <a:rPr lang="en-US" sz="1400" dirty="0"/>
            <a:t>(+1.2 pp)</a:t>
          </a:r>
        </a:p>
      </dgm:t>
    </dgm:pt>
    <dgm:pt modelId="{8D18EC2F-B277-4048-9019-78882471E2A1}" type="parTrans" cxnId="{2C44FFE7-997C-4104-9D00-A2922BA2F2FE}">
      <dgm:prSet/>
      <dgm:spPr/>
      <dgm:t>
        <a:bodyPr/>
        <a:lstStyle/>
        <a:p>
          <a:endParaRPr lang="en-US" sz="1400"/>
        </a:p>
      </dgm:t>
    </dgm:pt>
    <dgm:pt modelId="{FA4666D0-054B-4A4E-9443-6B94FDF16A79}" type="sibTrans" cxnId="{2C44FFE7-997C-4104-9D00-A2922BA2F2FE}">
      <dgm:prSet/>
      <dgm:spPr/>
      <dgm:t>
        <a:bodyPr/>
        <a:lstStyle/>
        <a:p>
          <a:endParaRPr lang="en-US" sz="1400"/>
        </a:p>
      </dgm:t>
    </dgm:pt>
    <dgm:pt modelId="{C78C7AEB-3271-4628-9238-0DD5E59A0406}">
      <dgm:prSet phldrT="[Text]" phldr="0" custT="1"/>
      <dgm:spPr/>
      <dgm:t>
        <a:bodyPr/>
        <a:lstStyle/>
        <a:p>
          <a:r>
            <a:rPr lang="en-US" sz="1000" dirty="0"/>
            <a:t>PURCHASE FREQ.</a:t>
          </a:r>
        </a:p>
        <a:p>
          <a:r>
            <a:rPr lang="en-US" sz="1400" b="1" dirty="0"/>
            <a:t>1.2 </a:t>
          </a:r>
          <a:r>
            <a:rPr lang="en-US" sz="1400" dirty="0"/>
            <a:t>(+1.2%)</a:t>
          </a:r>
        </a:p>
      </dgm:t>
    </dgm:pt>
    <dgm:pt modelId="{6A9B34E8-AE60-4662-8A7F-6F2FF0DAB44F}" type="parTrans" cxnId="{09B5C1E2-DFEE-46D4-AFB9-65969FBC1F93}">
      <dgm:prSet/>
      <dgm:spPr/>
      <dgm:t>
        <a:bodyPr/>
        <a:lstStyle/>
        <a:p>
          <a:endParaRPr lang="en-US" sz="1400"/>
        </a:p>
      </dgm:t>
    </dgm:pt>
    <dgm:pt modelId="{B1A751CD-E1CB-43FC-980B-C4B0E6CEC440}" type="sibTrans" cxnId="{09B5C1E2-DFEE-46D4-AFB9-65969FBC1F93}">
      <dgm:prSet/>
      <dgm:spPr/>
      <dgm:t>
        <a:bodyPr/>
        <a:lstStyle/>
        <a:p>
          <a:endParaRPr lang="en-US" sz="1400"/>
        </a:p>
      </dgm:t>
    </dgm:pt>
    <dgm:pt modelId="{EC6A5F36-535E-4B87-8237-618BAAC32E51}">
      <dgm:prSet phldrT="[Text]" phldr="0" custT="1"/>
      <dgm:spPr/>
      <dgm:t>
        <a:bodyPr/>
        <a:lstStyle/>
        <a:p>
          <a:r>
            <a:rPr lang="en-US" sz="1000" dirty="0"/>
            <a:t>VOL PER TRIP</a:t>
          </a:r>
        </a:p>
        <a:p>
          <a:r>
            <a:rPr lang="en-US" sz="1400" b="1" dirty="0"/>
            <a:t>1.2 kg </a:t>
          </a:r>
          <a:r>
            <a:rPr lang="en-US" sz="1400" dirty="0"/>
            <a:t>(+1.2%)</a:t>
          </a:r>
        </a:p>
      </dgm:t>
    </dgm:pt>
    <dgm:pt modelId="{30B11670-1597-4605-A575-A77D933F4507}" type="parTrans" cxnId="{A30ABFE0-25FB-4F75-86A7-3C7A8F0971AB}">
      <dgm:prSet/>
      <dgm:spPr/>
      <dgm:t>
        <a:bodyPr/>
        <a:lstStyle/>
        <a:p>
          <a:endParaRPr lang="en-US" sz="1400"/>
        </a:p>
      </dgm:t>
    </dgm:pt>
    <dgm:pt modelId="{8738321B-6049-4C66-9E44-F5088134CE5A}" type="sibTrans" cxnId="{A30ABFE0-25FB-4F75-86A7-3C7A8F0971AB}">
      <dgm:prSet/>
      <dgm:spPr/>
      <dgm:t>
        <a:bodyPr/>
        <a:lstStyle/>
        <a:p>
          <a:endParaRPr lang="en-US" sz="1400"/>
        </a:p>
      </dgm:t>
    </dgm:pt>
    <dgm:pt modelId="{4E8D1BD3-7FD5-4C52-A586-6105C37EE123}">
      <dgm:prSet phldrT="[Text]" phldr="0" custT="1"/>
      <dgm:spPr/>
      <dgm:t>
        <a:bodyPr/>
        <a:lstStyle/>
        <a:p>
          <a:r>
            <a:rPr lang="en-US" sz="1000" dirty="0"/>
            <a:t>UNITS PER TRIP</a:t>
          </a:r>
        </a:p>
        <a:p>
          <a:r>
            <a:rPr lang="en-US" sz="1400" b="1" dirty="0"/>
            <a:t>1.2</a:t>
          </a:r>
          <a:r>
            <a:rPr lang="en-US" sz="1400" dirty="0"/>
            <a:t> (+1.2%)</a:t>
          </a:r>
        </a:p>
      </dgm:t>
    </dgm:pt>
    <dgm:pt modelId="{BFC0FF45-7989-433C-A083-E2257D5ACD85}" type="parTrans" cxnId="{F33D39AA-9814-4E62-B73E-2E272283D223}">
      <dgm:prSet/>
      <dgm:spPr/>
      <dgm:t>
        <a:bodyPr/>
        <a:lstStyle/>
        <a:p>
          <a:endParaRPr lang="en-US" sz="1400"/>
        </a:p>
      </dgm:t>
    </dgm:pt>
    <dgm:pt modelId="{85D37859-4B1E-481A-8AFD-692252AA7A07}" type="sibTrans" cxnId="{F33D39AA-9814-4E62-B73E-2E272283D223}">
      <dgm:prSet/>
      <dgm:spPr/>
      <dgm:t>
        <a:bodyPr/>
        <a:lstStyle/>
        <a:p>
          <a:endParaRPr lang="en-US" sz="1400"/>
        </a:p>
      </dgm:t>
    </dgm:pt>
    <dgm:pt modelId="{928D49F1-A893-4642-B3C6-9B8B73508D18}">
      <dgm:prSet phldrT="[Text]" phldr="0" custT="1"/>
      <dgm:spPr/>
      <dgm:t>
        <a:bodyPr/>
        <a:lstStyle/>
        <a:p>
          <a:r>
            <a:rPr lang="en-US" sz="1000" dirty="0"/>
            <a:t>VOL PER UNIT</a:t>
          </a:r>
        </a:p>
        <a:p>
          <a:r>
            <a:rPr lang="en-US" sz="1400" b="1" dirty="0"/>
            <a:t>1.2 kg </a:t>
          </a:r>
          <a:r>
            <a:rPr lang="en-US" sz="1400" dirty="0"/>
            <a:t>(+1.2%)</a:t>
          </a:r>
        </a:p>
      </dgm:t>
    </dgm:pt>
    <dgm:pt modelId="{A6D55D27-7D7D-42C0-82AC-94DA3165B526}" type="parTrans" cxnId="{BBC2C796-3911-4AB7-ADEA-DF480AC1F39D}">
      <dgm:prSet/>
      <dgm:spPr/>
      <dgm:t>
        <a:bodyPr/>
        <a:lstStyle/>
        <a:p>
          <a:endParaRPr lang="en-US" sz="1400"/>
        </a:p>
      </dgm:t>
    </dgm:pt>
    <dgm:pt modelId="{EA100570-9120-4E57-8362-63169A08BD7B}" type="sibTrans" cxnId="{BBC2C796-3911-4AB7-ADEA-DF480AC1F39D}">
      <dgm:prSet/>
      <dgm:spPr/>
      <dgm:t>
        <a:bodyPr/>
        <a:lstStyle/>
        <a:p>
          <a:endParaRPr lang="en-US" sz="1400"/>
        </a:p>
      </dgm:t>
    </dgm:pt>
    <dgm:pt modelId="{D6DBEBF6-D5F5-48C4-B55A-4D02B85FD447}">
      <dgm:prSet phldrT="[Text]" phldr="0" custT="1"/>
      <dgm:spPr/>
      <dgm:t>
        <a:bodyPr/>
        <a:lstStyle/>
        <a:p>
          <a:r>
            <a:rPr lang="en-US" sz="1000" dirty="0"/>
            <a:t>BUY RATE</a:t>
          </a:r>
        </a:p>
        <a:p>
          <a:r>
            <a:rPr lang="en-US" sz="1400" b="1" dirty="0"/>
            <a:t>12.3 kg </a:t>
          </a:r>
          <a:r>
            <a:rPr lang="en-US" sz="1400" dirty="0"/>
            <a:t>(+1.2%)</a:t>
          </a:r>
          <a:endParaRPr lang="en-US" sz="1400" b="1" dirty="0"/>
        </a:p>
      </dgm:t>
    </dgm:pt>
    <dgm:pt modelId="{8F4B07F0-A815-4CAD-8AA8-3A414EBDA260}" type="parTrans" cxnId="{4D5ADD64-F805-471C-8C60-13A958664F66}">
      <dgm:prSet/>
      <dgm:spPr/>
      <dgm:t>
        <a:bodyPr/>
        <a:lstStyle/>
        <a:p>
          <a:endParaRPr lang="en-US" sz="1400"/>
        </a:p>
      </dgm:t>
    </dgm:pt>
    <dgm:pt modelId="{2438312A-74B7-4E57-8003-76A42256BBEC}" type="sibTrans" cxnId="{4D5ADD64-F805-471C-8C60-13A958664F66}">
      <dgm:prSet/>
      <dgm:spPr/>
      <dgm:t>
        <a:bodyPr/>
        <a:lstStyle/>
        <a:p>
          <a:endParaRPr lang="en-US" sz="1400"/>
        </a:p>
      </dgm:t>
    </dgm:pt>
    <dgm:pt modelId="{598F87BC-6013-4211-B7CD-2761C09DD632}" type="pres">
      <dgm:prSet presAssocID="{0FECA354-EEF2-4D1D-8EF7-DF841F0A2E3E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7B5F41D6-3A77-4B82-9F42-86FC056E68B5}" type="pres">
      <dgm:prSet presAssocID="{D76A89CE-7E4D-4A7D-A4FA-BCD088736C05}" presName="hierRoot1" presStyleCnt="0">
        <dgm:presLayoutVars>
          <dgm:hierBranch val="init"/>
        </dgm:presLayoutVars>
      </dgm:prSet>
      <dgm:spPr/>
    </dgm:pt>
    <dgm:pt modelId="{3753D09B-DFAD-423F-9E19-F37E4636DA0C}" type="pres">
      <dgm:prSet presAssocID="{D76A89CE-7E4D-4A7D-A4FA-BCD088736C05}" presName="rootComposite1" presStyleCnt="0"/>
      <dgm:spPr/>
    </dgm:pt>
    <dgm:pt modelId="{996D3095-B598-47A0-B268-E656B7A75D29}" type="pres">
      <dgm:prSet presAssocID="{D76A89CE-7E4D-4A7D-A4FA-BCD088736C05}" presName="rootText1" presStyleLbl="node0" presStyleIdx="0" presStyleCnt="1">
        <dgm:presLayoutVars>
          <dgm:chPref val="3"/>
        </dgm:presLayoutVars>
      </dgm:prSet>
      <dgm:spPr/>
    </dgm:pt>
    <dgm:pt modelId="{14B253F4-F4CE-474F-BF0A-4103A2A0C334}" type="pres">
      <dgm:prSet presAssocID="{D76A89CE-7E4D-4A7D-A4FA-BCD088736C05}" presName="rootConnector1" presStyleLbl="node1" presStyleIdx="0" presStyleCnt="0"/>
      <dgm:spPr/>
    </dgm:pt>
    <dgm:pt modelId="{5BE9F5AF-7EB4-4BDD-836E-8D4DFFD54930}" type="pres">
      <dgm:prSet presAssocID="{D76A89CE-7E4D-4A7D-A4FA-BCD088736C05}" presName="hierChild2" presStyleCnt="0"/>
      <dgm:spPr/>
    </dgm:pt>
    <dgm:pt modelId="{3739136E-0DE7-47A2-85BB-4C6B8D8B1476}" type="pres">
      <dgm:prSet presAssocID="{0180FE60-AC7E-4989-9C66-C407D212BD23}" presName="Name37" presStyleLbl="parChTrans1D2" presStyleIdx="0" presStyleCnt="3"/>
      <dgm:spPr/>
    </dgm:pt>
    <dgm:pt modelId="{50B6C101-3C43-4B42-B7A6-1A399C46F291}" type="pres">
      <dgm:prSet presAssocID="{7D2BAE94-EEEA-43C6-B987-7F6629C292F0}" presName="hierRoot2" presStyleCnt="0">
        <dgm:presLayoutVars>
          <dgm:hierBranch val="hang"/>
        </dgm:presLayoutVars>
      </dgm:prSet>
      <dgm:spPr/>
    </dgm:pt>
    <dgm:pt modelId="{59E00BCA-CCF6-448E-864F-0219A34EEB5E}" type="pres">
      <dgm:prSet presAssocID="{7D2BAE94-EEEA-43C6-B987-7F6629C292F0}" presName="rootComposite" presStyleCnt="0"/>
      <dgm:spPr/>
    </dgm:pt>
    <dgm:pt modelId="{17517E56-FA84-4307-A360-4637991AEC5A}" type="pres">
      <dgm:prSet presAssocID="{7D2BAE94-EEEA-43C6-B987-7F6629C292F0}" presName="rootText" presStyleLbl="node2" presStyleIdx="0" presStyleCnt="2" custLinFactNeighborX="-59445">
        <dgm:presLayoutVars>
          <dgm:chPref val="3"/>
        </dgm:presLayoutVars>
      </dgm:prSet>
      <dgm:spPr/>
    </dgm:pt>
    <dgm:pt modelId="{2DBC29D7-0988-4EEF-B08B-37878A4F2042}" type="pres">
      <dgm:prSet presAssocID="{7D2BAE94-EEEA-43C6-B987-7F6629C292F0}" presName="rootConnector" presStyleLbl="node2" presStyleIdx="0" presStyleCnt="2"/>
      <dgm:spPr/>
    </dgm:pt>
    <dgm:pt modelId="{923479D7-AED8-4977-995D-D2C8A6155444}" type="pres">
      <dgm:prSet presAssocID="{7D2BAE94-EEEA-43C6-B987-7F6629C292F0}" presName="hierChild4" presStyleCnt="0"/>
      <dgm:spPr/>
    </dgm:pt>
    <dgm:pt modelId="{6BF37C24-84D3-4C82-940B-4446E9527253}" type="pres">
      <dgm:prSet presAssocID="{8D18EC2F-B277-4048-9019-78882471E2A1}" presName="Name48" presStyleLbl="parChTrans1D3" presStyleIdx="0" presStyleCnt="3"/>
      <dgm:spPr/>
    </dgm:pt>
    <dgm:pt modelId="{F589DD97-F80F-43F7-950D-ACD4B17D4945}" type="pres">
      <dgm:prSet presAssocID="{B3D92AF8-732E-449F-9A29-0EDC5EDB4970}" presName="hierRoot2" presStyleCnt="0">
        <dgm:presLayoutVars>
          <dgm:hierBranch val="hang"/>
        </dgm:presLayoutVars>
      </dgm:prSet>
      <dgm:spPr/>
    </dgm:pt>
    <dgm:pt modelId="{13C6C800-2729-4500-A495-206D5D496557}" type="pres">
      <dgm:prSet presAssocID="{B3D92AF8-732E-449F-9A29-0EDC5EDB4970}" presName="rootComposite" presStyleCnt="0"/>
      <dgm:spPr/>
    </dgm:pt>
    <dgm:pt modelId="{40A30744-71EE-4030-951C-86DBB25199E2}" type="pres">
      <dgm:prSet presAssocID="{B3D92AF8-732E-449F-9A29-0EDC5EDB4970}" presName="rootText" presStyleLbl="node3" presStyleIdx="0" presStyleCnt="3" custLinFactNeighborX="-54613" custLinFactNeighborY="-3592">
        <dgm:presLayoutVars>
          <dgm:chPref val="3"/>
        </dgm:presLayoutVars>
      </dgm:prSet>
      <dgm:spPr/>
    </dgm:pt>
    <dgm:pt modelId="{FB55FC81-A03C-4B89-87D3-0D21E05C498D}" type="pres">
      <dgm:prSet presAssocID="{B3D92AF8-732E-449F-9A29-0EDC5EDB4970}" presName="rootConnector" presStyleLbl="node3" presStyleIdx="0" presStyleCnt="3"/>
      <dgm:spPr/>
    </dgm:pt>
    <dgm:pt modelId="{B0EC9240-E452-4243-A4A0-67A7F37D9C1C}" type="pres">
      <dgm:prSet presAssocID="{B3D92AF8-732E-449F-9A29-0EDC5EDB4970}" presName="hierChild4" presStyleCnt="0"/>
      <dgm:spPr/>
    </dgm:pt>
    <dgm:pt modelId="{58C3654F-1104-4249-BAFB-F6C522E85B23}" type="pres">
      <dgm:prSet presAssocID="{B3D92AF8-732E-449F-9A29-0EDC5EDB4970}" presName="hierChild5" presStyleCnt="0"/>
      <dgm:spPr/>
    </dgm:pt>
    <dgm:pt modelId="{EB0FDA22-F691-4C77-BA38-016836E1F258}" type="pres">
      <dgm:prSet presAssocID="{7D2BAE94-EEEA-43C6-B987-7F6629C292F0}" presName="hierChild5" presStyleCnt="0"/>
      <dgm:spPr/>
    </dgm:pt>
    <dgm:pt modelId="{40D9FFBD-D9A4-4CF7-93D2-740CAD34C852}" type="pres">
      <dgm:prSet presAssocID="{8F4B07F0-A815-4CAD-8AA8-3A414EBDA260}" presName="Name37" presStyleLbl="parChTrans1D2" presStyleIdx="1" presStyleCnt="3"/>
      <dgm:spPr/>
    </dgm:pt>
    <dgm:pt modelId="{D0317B69-AD59-4EEE-9E20-B3AE7B3423F3}" type="pres">
      <dgm:prSet presAssocID="{D6DBEBF6-D5F5-48C4-B55A-4D02B85FD447}" presName="hierRoot2" presStyleCnt="0">
        <dgm:presLayoutVars>
          <dgm:hierBranch val="init"/>
        </dgm:presLayoutVars>
      </dgm:prSet>
      <dgm:spPr/>
    </dgm:pt>
    <dgm:pt modelId="{0FE67941-A11F-4F02-A94F-0C3FE8D68246}" type="pres">
      <dgm:prSet presAssocID="{D6DBEBF6-D5F5-48C4-B55A-4D02B85FD447}" presName="rootComposite" presStyleCnt="0"/>
      <dgm:spPr/>
    </dgm:pt>
    <dgm:pt modelId="{2433E5DD-BC65-4B7A-B7A8-867D0A228C17}" type="pres">
      <dgm:prSet presAssocID="{D6DBEBF6-D5F5-48C4-B55A-4D02B85FD447}" presName="rootText" presStyleLbl="node2" presStyleIdx="1" presStyleCnt="2" custLinFactNeighborX="62254">
        <dgm:presLayoutVars>
          <dgm:chPref val="3"/>
        </dgm:presLayoutVars>
      </dgm:prSet>
      <dgm:spPr/>
    </dgm:pt>
    <dgm:pt modelId="{FA7F102D-5EB3-4468-86D8-81C396C99046}" type="pres">
      <dgm:prSet presAssocID="{D6DBEBF6-D5F5-48C4-B55A-4D02B85FD447}" presName="rootConnector" presStyleLbl="node2" presStyleIdx="1" presStyleCnt="2"/>
      <dgm:spPr/>
    </dgm:pt>
    <dgm:pt modelId="{C53502D9-C9E7-4476-B3A7-143867028210}" type="pres">
      <dgm:prSet presAssocID="{D6DBEBF6-D5F5-48C4-B55A-4D02B85FD447}" presName="hierChild4" presStyleCnt="0"/>
      <dgm:spPr/>
    </dgm:pt>
    <dgm:pt modelId="{A9CF1284-44E8-484E-A2A4-B41E0350B115}" type="pres">
      <dgm:prSet presAssocID="{6A9B34E8-AE60-4662-8A7F-6F2FF0DAB44F}" presName="Name37" presStyleLbl="parChTrans1D3" presStyleIdx="1" presStyleCnt="3"/>
      <dgm:spPr/>
    </dgm:pt>
    <dgm:pt modelId="{2A05F76B-E8CC-4608-B2FC-32292D273593}" type="pres">
      <dgm:prSet presAssocID="{C78C7AEB-3271-4628-9238-0DD5E59A0406}" presName="hierRoot2" presStyleCnt="0">
        <dgm:presLayoutVars>
          <dgm:hierBranch val="init"/>
        </dgm:presLayoutVars>
      </dgm:prSet>
      <dgm:spPr/>
    </dgm:pt>
    <dgm:pt modelId="{0C08E3BB-C8EB-45AB-AC57-CCAC79704F94}" type="pres">
      <dgm:prSet presAssocID="{C78C7AEB-3271-4628-9238-0DD5E59A0406}" presName="rootComposite" presStyleCnt="0"/>
      <dgm:spPr/>
    </dgm:pt>
    <dgm:pt modelId="{6CB4BD13-B28E-4FD4-9900-55B8F1EF7856}" type="pres">
      <dgm:prSet presAssocID="{C78C7AEB-3271-4628-9238-0DD5E59A0406}" presName="rootText" presStyleLbl="node3" presStyleIdx="1" presStyleCnt="3" custLinFactNeighborX="62254">
        <dgm:presLayoutVars>
          <dgm:chPref val="3"/>
        </dgm:presLayoutVars>
      </dgm:prSet>
      <dgm:spPr/>
    </dgm:pt>
    <dgm:pt modelId="{D1702E11-2464-43B0-B1CA-733B34B98EF6}" type="pres">
      <dgm:prSet presAssocID="{C78C7AEB-3271-4628-9238-0DD5E59A0406}" presName="rootConnector" presStyleLbl="node3" presStyleIdx="1" presStyleCnt="3"/>
      <dgm:spPr/>
    </dgm:pt>
    <dgm:pt modelId="{7DD672A7-20CE-43A7-BE68-19F0F60198F9}" type="pres">
      <dgm:prSet presAssocID="{C78C7AEB-3271-4628-9238-0DD5E59A0406}" presName="hierChild4" presStyleCnt="0"/>
      <dgm:spPr/>
    </dgm:pt>
    <dgm:pt modelId="{8873253B-9F67-4529-AE97-8863E2FD81AD}" type="pres">
      <dgm:prSet presAssocID="{C78C7AEB-3271-4628-9238-0DD5E59A0406}" presName="hierChild5" presStyleCnt="0"/>
      <dgm:spPr/>
    </dgm:pt>
    <dgm:pt modelId="{622D8153-23B6-4874-8196-C902ECF17FFF}" type="pres">
      <dgm:prSet presAssocID="{30B11670-1597-4605-A575-A77D933F4507}" presName="Name37" presStyleLbl="parChTrans1D3" presStyleIdx="2" presStyleCnt="3"/>
      <dgm:spPr/>
    </dgm:pt>
    <dgm:pt modelId="{38FD342F-EB12-4B67-ADC3-243C8C274AE9}" type="pres">
      <dgm:prSet presAssocID="{EC6A5F36-535E-4B87-8237-618BAAC32E51}" presName="hierRoot2" presStyleCnt="0">
        <dgm:presLayoutVars>
          <dgm:hierBranch val="hang"/>
        </dgm:presLayoutVars>
      </dgm:prSet>
      <dgm:spPr/>
    </dgm:pt>
    <dgm:pt modelId="{904A201A-8190-4F75-B019-5521F11909E4}" type="pres">
      <dgm:prSet presAssocID="{EC6A5F36-535E-4B87-8237-618BAAC32E51}" presName="rootComposite" presStyleCnt="0"/>
      <dgm:spPr/>
    </dgm:pt>
    <dgm:pt modelId="{81284B45-0239-4C4F-99B1-05A1B608715B}" type="pres">
      <dgm:prSet presAssocID="{EC6A5F36-535E-4B87-8237-618BAAC32E51}" presName="rootText" presStyleLbl="node3" presStyleIdx="2" presStyleCnt="3" custLinFactNeighborX="59453">
        <dgm:presLayoutVars>
          <dgm:chPref val="3"/>
        </dgm:presLayoutVars>
      </dgm:prSet>
      <dgm:spPr/>
    </dgm:pt>
    <dgm:pt modelId="{3E9550E8-5EA8-4E64-9FD9-E7118F76B71D}" type="pres">
      <dgm:prSet presAssocID="{EC6A5F36-535E-4B87-8237-618BAAC32E51}" presName="rootConnector" presStyleLbl="node3" presStyleIdx="2" presStyleCnt="3"/>
      <dgm:spPr/>
    </dgm:pt>
    <dgm:pt modelId="{D2C323EF-7CB5-4A87-A580-44DAC90A9ACB}" type="pres">
      <dgm:prSet presAssocID="{EC6A5F36-535E-4B87-8237-618BAAC32E51}" presName="hierChild4" presStyleCnt="0"/>
      <dgm:spPr/>
    </dgm:pt>
    <dgm:pt modelId="{0DF819B9-5B34-4D3B-82B3-B84CF5491CE0}" type="pres">
      <dgm:prSet presAssocID="{BFC0FF45-7989-433C-A083-E2257D5ACD85}" presName="Name48" presStyleLbl="parChTrans1D4" presStyleIdx="0" presStyleCnt="2"/>
      <dgm:spPr/>
    </dgm:pt>
    <dgm:pt modelId="{796F9B8A-1A68-4ED4-A0E6-9CFDD8CB2EE8}" type="pres">
      <dgm:prSet presAssocID="{4E8D1BD3-7FD5-4C52-A586-6105C37EE123}" presName="hierRoot2" presStyleCnt="0">
        <dgm:presLayoutVars>
          <dgm:hierBranch val="hang"/>
        </dgm:presLayoutVars>
      </dgm:prSet>
      <dgm:spPr/>
    </dgm:pt>
    <dgm:pt modelId="{E33CF1BD-D517-49EB-B481-EB7DBAB4CEBD}" type="pres">
      <dgm:prSet presAssocID="{4E8D1BD3-7FD5-4C52-A586-6105C37EE123}" presName="rootComposite" presStyleCnt="0"/>
      <dgm:spPr/>
    </dgm:pt>
    <dgm:pt modelId="{226FB69E-EEE5-482B-820D-07400781C75D}" type="pres">
      <dgm:prSet presAssocID="{4E8D1BD3-7FD5-4C52-A586-6105C37EE123}" presName="rootText" presStyleLbl="node4" presStyleIdx="0" presStyleCnt="2" custLinFactNeighborX="62254">
        <dgm:presLayoutVars>
          <dgm:chPref val="3"/>
        </dgm:presLayoutVars>
      </dgm:prSet>
      <dgm:spPr/>
    </dgm:pt>
    <dgm:pt modelId="{DD2F8550-C585-441F-8F53-049343A7A9F2}" type="pres">
      <dgm:prSet presAssocID="{4E8D1BD3-7FD5-4C52-A586-6105C37EE123}" presName="rootConnector" presStyleLbl="node4" presStyleIdx="0" presStyleCnt="2"/>
      <dgm:spPr/>
    </dgm:pt>
    <dgm:pt modelId="{C5BB6EDE-5E71-4386-9EFF-A5FDE6368378}" type="pres">
      <dgm:prSet presAssocID="{4E8D1BD3-7FD5-4C52-A586-6105C37EE123}" presName="hierChild4" presStyleCnt="0"/>
      <dgm:spPr/>
    </dgm:pt>
    <dgm:pt modelId="{4F57F58B-3CAA-4CAC-ADAD-B63D6EC2F97D}" type="pres">
      <dgm:prSet presAssocID="{4E8D1BD3-7FD5-4C52-A586-6105C37EE123}" presName="hierChild5" presStyleCnt="0"/>
      <dgm:spPr/>
    </dgm:pt>
    <dgm:pt modelId="{66C646CE-AC58-4A82-8493-0FB1F92FDCD6}" type="pres">
      <dgm:prSet presAssocID="{A6D55D27-7D7D-42C0-82AC-94DA3165B526}" presName="Name48" presStyleLbl="parChTrans1D4" presStyleIdx="1" presStyleCnt="2"/>
      <dgm:spPr/>
    </dgm:pt>
    <dgm:pt modelId="{4622B823-8B3D-4A0D-9046-86DF882F36BF}" type="pres">
      <dgm:prSet presAssocID="{928D49F1-A893-4642-B3C6-9B8B73508D18}" presName="hierRoot2" presStyleCnt="0">
        <dgm:presLayoutVars>
          <dgm:hierBranch val="hang"/>
        </dgm:presLayoutVars>
      </dgm:prSet>
      <dgm:spPr/>
    </dgm:pt>
    <dgm:pt modelId="{D72808E4-FB28-4D88-B5BE-52139B30B84F}" type="pres">
      <dgm:prSet presAssocID="{928D49F1-A893-4642-B3C6-9B8B73508D18}" presName="rootComposite" presStyleCnt="0"/>
      <dgm:spPr/>
    </dgm:pt>
    <dgm:pt modelId="{9E5E501B-887A-46E8-AF71-5BD991D0A429}" type="pres">
      <dgm:prSet presAssocID="{928D49F1-A893-4642-B3C6-9B8B73508D18}" presName="rootText" presStyleLbl="node4" presStyleIdx="1" presStyleCnt="2" custLinFactNeighborX="57020">
        <dgm:presLayoutVars>
          <dgm:chPref val="3"/>
        </dgm:presLayoutVars>
      </dgm:prSet>
      <dgm:spPr/>
    </dgm:pt>
    <dgm:pt modelId="{0744C261-CCED-47D4-B68A-E85A93E93809}" type="pres">
      <dgm:prSet presAssocID="{928D49F1-A893-4642-B3C6-9B8B73508D18}" presName="rootConnector" presStyleLbl="node4" presStyleIdx="1" presStyleCnt="2"/>
      <dgm:spPr/>
    </dgm:pt>
    <dgm:pt modelId="{D627F105-DE56-4A1E-AA96-CF7A1515E10F}" type="pres">
      <dgm:prSet presAssocID="{928D49F1-A893-4642-B3C6-9B8B73508D18}" presName="hierChild4" presStyleCnt="0"/>
      <dgm:spPr/>
    </dgm:pt>
    <dgm:pt modelId="{A0140E39-1552-4C29-AA48-5951C4EEE549}" type="pres">
      <dgm:prSet presAssocID="{928D49F1-A893-4642-B3C6-9B8B73508D18}" presName="hierChild5" presStyleCnt="0"/>
      <dgm:spPr/>
    </dgm:pt>
    <dgm:pt modelId="{3488068C-46C7-4F19-9354-8B8486BCB5ED}" type="pres">
      <dgm:prSet presAssocID="{EC6A5F36-535E-4B87-8237-618BAAC32E51}" presName="hierChild5" presStyleCnt="0"/>
      <dgm:spPr/>
    </dgm:pt>
    <dgm:pt modelId="{8D61504E-9E7E-4252-9E50-B719E2223E9F}" type="pres">
      <dgm:prSet presAssocID="{D6DBEBF6-D5F5-48C4-B55A-4D02B85FD447}" presName="hierChild5" presStyleCnt="0"/>
      <dgm:spPr/>
    </dgm:pt>
    <dgm:pt modelId="{52F886AB-22D2-43E6-BB77-C6671F69ADAE}" type="pres">
      <dgm:prSet presAssocID="{D76A89CE-7E4D-4A7D-A4FA-BCD088736C05}" presName="hierChild3" presStyleCnt="0"/>
      <dgm:spPr/>
    </dgm:pt>
    <dgm:pt modelId="{8F30AE82-139A-45D0-A39C-84EE69B7057E}" type="pres">
      <dgm:prSet presAssocID="{44CE15F9-0E83-4C1C-A035-20F4ED57E9D0}" presName="Name111" presStyleLbl="parChTrans1D2" presStyleIdx="2" presStyleCnt="3"/>
      <dgm:spPr/>
    </dgm:pt>
    <dgm:pt modelId="{6BEBD700-8321-4B47-ABE2-06628B94F4D6}" type="pres">
      <dgm:prSet presAssocID="{CDC5587D-1156-4BE0-BE81-76EA493D68D8}" presName="hierRoot3" presStyleCnt="0">
        <dgm:presLayoutVars>
          <dgm:hierBranch val="init"/>
        </dgm:presLayoutVars>
      </dgm:prSet>
      <dgm:spPr/>
    </dgm:pt>
    <dgm:pt modelId="{0D4C8186-B1F2-42AF-B762-1982C6089833}" type="pres">
      <dgm:prSet presAssocID="{CDC5587D-1156-4BE0-BE81-76EA493D68D8}" presName="rootComposite3" presStyleCnt="0"/>
      <dgm:spPr/>
    </dgm:pt>
    <dgm:pt modelId="{3A2F88FA-BCB0-4A26-AC03-E2380CDBEF05}" type="pres">
      <dgm:prSet presAssocID="{CDC5587D-1156-4BE0-BE81-76EA493D68D8}" presName="rootText3" presStyleLbl="asst1" presStyleIdx="0" presStyleCnt="1">
        <dgm:presLayoutVars>
          <dgm:chPref val="3"/>
        </dgm:presLayoutVars>
      </dgm:prSet>
      <dgm:spPr/>
    </dgm:pt>
    <dgm:pt modelId="{C4F5F702-CD22-4A26-A0F4-BEA18344BBC3}" type="pres">
      <dgm:prSet presAssocID="{CDC5587D-1156-4BE0-BE81-76EA493D68D8}" presName="rootConnector3" presStyleLbl="asst1" presStyleIdx="0" presStyleCnt="1"/>
      <dgm:spPr/>
    </dgm:pt>
    <dgm:pt modelId="{027E6349-79FD-48DC-BB39-ABD297F9EB1E}" type="pres">
      <dgm:prSet presAssocID="{CDC5587D-1156-4BE0-BE81-76EA493D68D8}" presName="hierChild6" presStyleCnt="0"/>
      <dgm:spPr/>
    </dgm:pt>
    <dgm:pt modelId="{C8EBFFA6-A5A4-4F02-9FDD-472AB0E3C803}" type="pres">
      <dgm:prSet presAssocID="{CDC5587D-1156-4BE0-BE81-76EA493D68D8}" presName="hierChild7" presStyleCnt="0"/>
      <dgm:spPr/>
    </dgm:pt>
  </dgm:ptLst>
  <dgm:cxnLst>
    <dgm:cxn modelId="{C6D56803-AFE6-4FEB-874B-B090125932AB}" type="presOf" srcId="{B3D92AF8-732E-449F-9A29-0EDC5EDB4970}" destId="{40A30744-71EE-4030-951C-86DBB25199E2}" srcOrd="0" destOrd="0" presId="urn:microsoft.com/office/officeart/2005/8/layout/orgChart1"/>
    <dgm:cxn modelId="{7B1B1207-D3EE-4C30-B256-A11CDD05A2FD}" type="presOf" srcId="{BFC0FF45-7989-433C-A083-E2257D5ACD85}" destId="{0DF819B9-5B34-4D3B-82B3-B84CF5491CE0}" srcOrd="0" destOrd="0" presId="urn:microsoft.com/office/officeart/2005/8/layout/orgChart1"/>
    <dgm:cxn modelId="{28E86C07-12A1-482E-BE84-0069AB1F70FF}" type="presOf" srcId="{8D18EC2F-B277-4048-9019-78882471E2A1}" destId="{6BF37C24-84D3-4C82-940B-4446E9527253}" srcOrd="0" destOrd="0" presId="urn:microsoft.com/office/officeart/2005/8/layout/orgChart1"/>
    <dgm:cxn modelId="{B9C62714-0884-414A-96AA-E7BACCBEB0B7}" srcId="{D76A89CE-7E4D-4A7D-A4FA-BCD088736C05}" destId="{7D2BAE94-EEEA-43C6-B987-7F6629C292F0}" srcOrd="1" destOrd="0" parTransId="{0180FE60-AC7E-4989-9C66-C407D212BD23}" sibTransId="{F1FDE47A-F785-45BD-AD06-B5F02592534B}"/>
    <dgm:cxn modelId="{F1990922-A282-4CFB-96BF-BF7F29D735BF}" srcId="{0FECA354-EEF2-4D1D-8EF7-DF841F0A2E3E}" destId="{D76A89CE-7E4D-4A7D-A4FA-BCD088736C05}" srcOrd="0" destOrd="0" parTransId="{A7D4A693-7048-4FBE-B29F-C9977FD3E545}" sibTransId="{36E42C8A-F97D-40FB-B726-3817215F0142}"/>
    <dgm:cxn modelId="{45D9DE3F-EF4E-472F-9215-F4ECFEAF4B8F}" type="presOf" srcId="{0FECA354-EEF2-4D1D-8EF7-DF841F0A2E3E}" destId="{598F87BC-6013-4211-B7CD-2761C09DD632}" srcOrd="0" destOrd="0" presId="urn:microsoft.com/office/officeart/2005/8/layout/orgChart1"/>
    <dgm:cxn modelId="{A2AD2B5E-D355-4975-B0D2-F7BB625E6F7F}" type="presOf" srcId="{8F4B07F0-A815-4CAD-8AA8-3A414EBDA260}" destId="{40D9FFBD-D9A4-4CF7-93D2-740CAD34C852}" srcOrd="0" destOrd="0" presId="urn:microsoft.com/office/officeart/2005/8/layout/orgChart1"/>
    <dgm:cxn modelId="{4D5ADD64-F805-471C-8C60-13A958664F66}" srcId="{D76A89CE-7E4D-4A7D-A4FA-BCD088736C05}" destId="{D6DBEBF6-D5F5-48C4-B55A-4D02B85FD447}" srcOrd="2" destOrd="0" parTransId="{8F4B07F0-A815-4CAD-8AA8-3A414EBDA260}" sibTransId="{2438312A-74B7-4E57-8003-76A42256BBEC}"/>
    <dgm:cxn modelId="{1222E264-4A57-4609-A9D5-0B39DD881586}" type="presOf" srcId="{D76A89CE-7E4D-4A7D-A4FA-BCD088736C05}" destId="{996D3095-B598-47A0-B268-E656B7A75D29}" srcOrd="0" destOrd="0" presId="urn:microsoft.com/office/officeart/2005/8/layout/orgChart1"/>
    <dgm:cxn modelId="{E59ED869-50F0-4590-B4E5-13210C8344A3}" type="presOf" srcId="{D6DBEBF6-D5F5-48C4-B55A-4D02B85FD447}" destId="{2433E5DD-BC65-4B7A-B7A8-867D0A228C17}" srcOrd="0" destOrd="0" presId="urn:microsoft.com/office/officeart/2005/8/layout/orgChart1"/>
    <dgm:cxn modelId="{CFCD774C-B35E-42AA-9E8D-875ADC1E8519}" srcId="{D76A89CE-7E4D-4A7D-A4FA-BCD088736C05}" destId="{CDC5587D-1156-4BE0-BE81-76EA493D68D8}" srcOrd="0" destOrd="0" parTransId="{44CE15F9-0E83-4C1C-A035-20F4ED57E9D0}" sibTransId="{5E74737B-3C36-4B50-850E-A26072E5D47D}"/>
    <dgm:cxn modelId="{4291356D-3990-4D4A-B334-4B23DCC7DF09}" type="presOf" srcId="{D76A89CE-7E4D-4A7D-A4FA-BCD088736C05}" destId="{14B253F4-F4CE-474F-BF0A-4103A2A0C334}" srcOrd="1" destOrd="0" presId="urn:microsoft.com/office/officeart/2005/8/layout/orgChart1"/>
    <dgm:cxn modelId="{93639173-36E6-4D98-A357-4DCF32481919}" type="presOf" srcId="{C78C7AEB-3271-4628-9238-0DD5E59A0406}" destId="{6CB4BD13-B28E-4FD4-9900-55B8F1EF7856}" srcOrd="0" destOrd="0" presId="urn:microsoft.com/office/officeart/2005/8/layout/orgChart1"/>
    <dgm:cxn modelId="{59064A7A-E4D6-43C3-B4B4-6356949DFD4F}" type="presOf" srcId="{4E8D1BD3-7FD5-4C52-A586-6105C37EE123}" destId="{226FB69E-EEE5-482B-820D-07400781C75D}" srcOrd="0" destOrd="0" presId="urn:microsoft.com/office/officeart/2005/8/layout/orgChart1"/>
    <dgm:cxn modelId="{F2E5B77F-B78D-43C7-B279-81F447F25001}" type="presOf" srcId="{C78C7AEB-3271-4628-9238-0DD5E59A0406}" destId="{D1702E11-2464-43B0-B1CA-733B34B98EF6}" srcOrd="1" destOrd="0" presId="urn:microsoft.com/office/officeart/2005/8/layout/orgChart1"/>
    <dgm:cxn modelId="{2617878B-FD8A-462B-BE01-37CADC59810A}" type="presOf" srcId="{B3D92AF8-732E-449F-9A29-0EDC5EDB4970}" destId="{FB55FC81-A03C-4B89-87D3-0D21E05C498D}" srcOrd="1" destOrd="0" presId="urn:microsoft.com/office/officeart/2005/8/layout/orgChart1"/>
    <dgm:cxn modelId="{556CED8E-4662-44CC-B16B-BDCE9978CB1A}" type="presOf" srcId="{A6D55D27-7D7D-42C0-82AC-94DA3165B526}" destId="{66C646CE-AC58-4A82-8493-0FB1F92FDCD6}" srcOrd="0" destOrd="0" presId="urn:microsoft.com/office/officeart/2005/8/layout/orgChart1"/>
    <dgm:cxn modelId="{B7FF7190-0D90-47CA-99B0-2609C06AE57E}" type="presOf" srcId="{CDC5587D-1156-4BE0-BE81-76EA493D68D8}" destId="{C4F5F702-CD22-4A26-A0F4-BEA18344BBC3}" srcOrd="1" destOrd="0" presId="urn:microsoft.com/office/officeart/2005/8/layout/orgChart1"/>
    <dgm:cxn modelId="{EF3B7592-49E8-4E16-BB29-3D17646143A8}" type="presOf" srcId="{30B11670-1597-4605-A575-A77D933F4507}" destId="{622D8153-23B6-4874-8196-C902ECF17FFF}" srcOrd="0" destOrd="0" presId="urn:microsoft.com/office/officeart/2005/8/layout/orgChart1"/>
    <dgm:cxn modelId="{68A27595-01A1-4969-B980-A60D3B77CE5B}" type="presOf" srcId="{44CE15F9-0E83-4C1C-A035-20F4ED57E9D0}" destId="{8F30AE82-139A-45D0-A39C-84EE69B7057E}" srcOrd="0" destOrd="0" presId="urn:microsoft.com/office/officeart/2005/8/layout/orgChart1"/>
    <dgm:cxn modelId="{BBC2C796-3911-4AB7-ADEA-DF480AC1F39D}" srcId="{EC6A5F36-535E-4B87-8237-618BAAC32E51}" destId="{928D49F1-A893-4642-B3C6-9B8B73508D18}" srcOrd="1" destOrd="0" parTransId="{A6D55D27-7D7D-42C0-82AC-94DA3165B526}" sibTransId="{EA100570-9120-4E57-8362-63169A08BD7B}"/>
    <dgm:cxn modelId="{84B45C9D-01C2-44DB-9512-45D10B41AD99}" type="presOf" srcId="{0180FE60-AC7E-4989-9C66-C407D212BD23}" destId="{3739136E-0DE7-47A2-85BB-4C6B8D8B1476}" srcOrd="0" destOrd="0" presId="urn:microsoft.com/office/officeart/2005/8/layout/orgChart1"/>
    <dgm:cxn modelId="{DD203DA7-AB9B-4B88-B6E8-9DF3ABB3252F}" type="presOf" srcId="{6A9B34E8-AE60-4662-8A7F-6F2FF0DAB44F}" destId="{A9CF1284-44E8-484E-A2A4-B41E0350B115}" srcOrd="0" destOrd="0" presId="urn:microsoft.com/office/officeart/2005/8/layout/orgChart1"/>
    <dgm:cxn modelId="{F33D39AA-9814-4E62-B73E-2E272283D223}" srcId="{EC6A5F36-535E-4B87-8237-618BAAC32E51}" destId="{4E8D1BD3-7FD5-4C52-A586-6105C37EE123}" srcOrd="0" destOrd="0" parTransId="{BFC0FF45-7989-433C-A083-E2257D5ACD85}" sibTransId="{85D37859-4B1E-481A-8AFD-692252AA7A07}"/>
    <dgm:cxn modelId="{C18778B5-D513-4296-BBF1-24C9619AA105}" type="presOf" srcId="{EC6A5F36-535E-4B87-8237-618BAAC32E51}" destId="{81284B45-0239-4C4F-99B1-05A1B608715B}" srcOrd="0" destOrd="0" presId="urn:microsoft.com/office/officeart/2005/8/layout/orgChart1"/>
    <dgm:cxn modelId="{786769C6-28B9-4332-8FD5-F9899DB63DB5}" type="presOf" srcId="{CDC5587D-1156-4BE0-BE81-76EA493D68D8}" destId="{3A2F88FA-BCB0-4A26-AC03-E2380CDBEF05}" srcOrd="0" destOrd="0" presId="urn:microsoft.com/office/officeart/2005/8/layout/orgChart1"/>
    <dgm:cxn modelId="{C476CCC9-D9DB-4106-A194-0802D188B611}" type="presOf" srcId="{7D2BAE94-EEEA-43C6-B987-7F6629C292F0}" destId="{17517E56-FA84-4307-A360-4637991AEC5A}" srcOrd="0" destOrd="0" presId="urn:microsoft.com/office/officeart/2005/8/layout/orgChart1"/>
    <dgm:cxn modelId="{B54253CC-41D9-413D-ADFD-6F7DC49D0321}" type="presOf" srcId="{4E8D1BD3-7FD5-4C52-A586-6105C37EE123}" destId="{DD2F8550-C585-441F-8F53-049343A7A9F2}" srcOrd="1" destOrd="0" presId="urn:microsoft.com/office/officeart/2005/8/layout/orgChart1"/>
    <dgm:cxn modelId="{1C88C0D3-C74E-4AF3-9AF8-BEA6E56D5564}" type="presOf" srcId="{EC6A5F36-535E-4B87-8237-618BAAC32E51}" destId="{3E9550E8-5EA8-4E64-9FD9-E7118F76B71D}" srcOrd="1" destOrd="0" presId="urn:microsoft.com/office/officeart/2005/8/layout/orgChart1"/>
    <dgm:cxn modelId="{57599ED8-228B-46D5-8616-EDC39D69F197}" type="presOf" srcId="{928D49F1-A893-4642-B3C6-9B8B73508D18}" destId="{0744C261-CCED-47D4-B68A-E85A93E93809}" srcOrd="1" destOrd="0" presId="urn:microsoft.com/office/officeart/2005/8/layout/orgChart1"/>
    <dgm:cxn modelId="{4C0805DD-F6A9-4FD1-B0E3-A43AB1DC27AC}" type="presOf" srcId="{D6DBEBF6-D5F5-48C4-B55A-4D02B85FD447}" destId="{FA7F102D-5EB3-4468-86D8-81C396C99046}" srcOrd="1" destOrd="0" presId="urn:microsoft.com/office/officeart/2005/8/layout/orgChart1"/>
    <dgm:cxn modelId="{A30ABFE0-25FB-4F75-86A7-3C7A8F0971AB}" srcId="{D6DBEBF6-D5F5-48C4-B55A-4D02B85FD447}" destId="{EC6A5F36-535E-4B87-8237-618BAAC32E51}" srcOrd="1" destOrd="0" parTransId="{30B11670-1597-4605-A575-A77D933F4507}" sibTransId="{8738321B-6049-4C66-9E44-F5088134CE5A}"/>
    <dgm:cxn modelId="{F1DE2DE1-CBD6-4F75-874B-145832ACEFA0}" type="presOf" srcId="{7D2BAE94-EEEA-43C6-B987-7F6629C292F0}" destId="{2DBC29D7-0988-4EEF-B08B-37878A4F2042}" srcOrd="1" destOrd="0" presId="urn:microsoft.com/office/officeart/2005/8/layout/orgChart1"/>
    <dgm:cxn modelId="{09B5C1E2-DFEE-46D4-AFB9-65969FBC1F93}" srcId="{D6DBEBF6-D5F5-48C4-B55A-4D02B85FD447}" destId="{C78C7AEB-3271-4628-9238-0DD5E59A0406}" srcOrd="0" destOrd="0" parTransId="{6A9B34E8-AE60-4662-8A7F-6F2FF0DAB44F}" sibTransId="{B1A751CD-E1CB-43FC-980B-C4B0E6CEC440}"/>
    <dgm:cxn modelId="{2C44FFE7-997C-4104-9D00-A2922BA2F2FE}" srcId="{7D2BAE94-EEEA-43C6-B987-7F6629C292F0}" destId="{B3D92AF8-732E-449F-9A29-0EDC5EDB4970}" srcOrd="0" destOrd="0" parTransId="{8D18EC2F-B277-4048-9019-78882471E2A1}" sibTransId="{FA4666D0-054B-4A4E-9443-6B94FDF16A79}"/>
    <dgm:cxn modelId="{46C88AE9-E1B7-48AD-9BF9-BAF93AC719FD}" type="presOf" srcId="{928D49F1-A893-4642-B3C6-9B8B73508D18}" destId="{9E5E501B-887A-46E8-AF71-5BD991D0A429}" srcOrd="0" destOrd="0" presId="urn:microsoft.com/office/officeart/2005/8/layout/orgChart1"/>
    <dgm:cxn modelId="{80648593-4FCA-47D7-91EA-762D98731F6C}" type="presParOf" srcId="{598F87BC-6013-4211-B7CD-2761C09DD632}" destId="{7B5F41D6-3A77-4B82-9F42-86FC056E68B5}" srcOrd="0" destOrd="0" presId="urn:microsoft.com/office/officeart/2005/8/layout/orgChart1"/>
    <dgm:cxn modelId="{0548420E-BB38-4260-B630-E9C9C17D618B}" type="presParOf" srcId="{7B5F41D6-3A77-4B82-9F42-86FC056E68B5}" destId="{3753D09B-DFAD-423F-9E19-F37E4636DA0C}" srcOrd="0" destOrd="0" presId="urn:microsoft.com/office/officeart/2005/8/layout/orgChart1"/>
    <dgm:cxn modelId="{C6C9DE5D-866F-4ACA-86A7-E35ACC11095D}" type="presParOf" srcId="{3753D09B-DFAD-423F-9E19-F37E4636DA0C}" destId="{996D3095-B598-47A0-B268-E656B7A75D29}" srcOrd="0" destOrd="0" presId="urn:microsoft.com/office/officeart/2005/8/layout/orgChart1"/>
    <dgm:cxn modelId="{0465A8C8-1E9A-4EED-A812-8E4106416C7D}" type="presParOf" srcId="{3753D09B-DFAD-423F-9E19-F37E4636DA0C}" destId="{14B253F4-F4CE-474F-BF0A-4103A2A0C334}" srcOrd="1" destOrd="0" presId="urn:microsoft.com/office/officeart/2005/8/layout/orgChart1"/>
    <dgm:cxn modelId="{F8781A8E-2381-48DC-801C-50D9DE9284E1}" type="presParOf" srcId="{7B5F41D6-3A77-4B82-9F42-86FC056E68B5}" destId="{5BE9F5AF-7EB4-4BDD-836E-8D4DFFD54930}" srcOrd="1" destOrd="0" presId="urn:microsoft.com/office/officeart/2005/8/layout/orgChart1"/>
    <dgm:cxn modelId="{5358101D-825E-44F9-905D-26B44774CBC0}" type="presParOf" srcId="{5BE9F5AF-7EB4-4BDD-836E-8D4DFFD54930}" destId="{3739136E-0DE7-47A2-85BB-4C6B8D8B1476}" srcOrd="0" destOrd="0" presId="urn:microsoft.com/office/officeart/2005/8/layout/orgChart1"/>
    <dgm:cxn modelId="{43175528-4749-4D61-9E99-91A6FA9AAA63}" type="presParOf" srcId="{5BE9F5AF-7EB4-4BDD-836E-8D4DFFD54930}" destId="{50B6C101-3C43-4B42-B7A6-1A399C46F291}" srcOrd="1" destOrd="0" presId="urn:microsoft.com/office/officeart/2005/8/layout/orgChart1"/>
    <dgm:cxn modelId="{418C06E0-01DD-4A1D-92AF-A01C138E6AA8}" type="presParOf" srcId="{50B6C101-3C43-4B42-B7A6-1A399C46F291}" destId="{59E00BCA-CCF6-448E-864F-0219A34EEB5E}" srcOrd="0" destOrd="0" presId="urn:microsoft.com/office/officeart/2005/8/layout/orgChart1"/>
    <dgm:cxn modelId="{31317169-6488-4C56-9D0D-00BF449FF5B5}" type="presParOf" srcId="{59E00BCA-CCF6-448E-864F-0219A34EEB5E}" destId="{17517E56-FA84-4307-A360-4637991AEC5A}" srcOrd="0" destOrd="0" presId="urn:microsoft.com/office/officeart/2005/8/layout/orgChart1"/>
    <dgm:cxn modelId="{46D4D497-FFD8-46F7-A9D3-6DB13050CDBF}" type="presParOf" srcId="{59E00BCA-CCF6-448E-864F-0219A34EEB5E}" destId="{2DBC29D7-0988-4EEF-B08B-37878A4F2042}" srcOrd="1" destOrd="0" presId="urn:microsoft.com/office/officeart/2005/8/layout/orgChart1"/>
    <dgm:cxn modelId="{7B293EC0-A72A-4717-A511-5459E292E19F}" type="presParOf" srcId="{50B6C101-3C43-4B42-B7A6-1A399C46F291}" destId="{923479D7-AED8-4977-995D-D2C8A6155444}" srcOrd="1" destOrd="0" presId="urn:microsoft.com/office/officeart/2005/8/layout/orgChart1"/>
    <dgm:cxn modelId="{33092471-4214-47B1-A0A6-77144BE75C60}" type="presParOf" srcId="{923479D7-AED8-4977-995D-D2C8A6155444}" destId="{6BF37C24-84D3-4C82-940B-4446E9527253}" srcOrd="0" destOrd="0" presId="urn:microsoft.com/office/officeart/2005/8/layout/orgChart1"/>
    <dgm:cxn modelId="{3D8535ED-69D7-4CDB-A69F-CF2BAA35A8E1}" type="presParOf" srcId="{923479D7-AED8-4977-995D-D2C8A6155444}" destId="{F589DD97-F80F-43F7-950D-ACD4B17D4945}" srcOrd="1" destOrd="0" presId="urn:microsoft.com/office/officeart/2005/8/layout/orgChart1"/>
    <dgm:cxn modelId="{9BEF67FF-FD4D-4708-B4A0-74848A4D4AA5}" type="presParOf" srcId="{F589DD97-F80F-43F7-950D-ACD4B17D4945}" destId="{13C6C800-2729-4500-A495-206D5D496557}" srcOrd="0" destOrd="0" presId="urn:microsoft.com/office/officeart/2005/8/layout/orgChart1"/>
    <dgm:cxn modelId="{5817D713-3D3B-4780-8238-BE286BE2F1B0}" type="presParOf" srcId="{13C6C800-2729-4500-A495-206D5D496557}" destId="{40A30744-71EE-4030-951C-86DBB25199E2}" srcOrd="0" destOrd="0" presId="urn:microsoft.com/office/officeart/2005/8/layout/orgChart1"/>
    <dgm:cxn modelId="{DADF53BD-0FB7-4C6D-931B-212F3C174DE7}" type="presParOf" srcId="{13C6C800-2729-4500-A495-206D5D496557}" destId="{FB55FC81-A03C-4B89-87D3-0D21E05C498D}" srcOrd="1" destOrd="0" presId="urn:microsoft.com/office/officeart/2005/8/layout/orgChart1"/>
    <dgm:cxn modelId="{C392F9C7-7DD6-4EF8-9F7D-67F6FA6B1EBA}" type="presParOf" srcId="{F589DD97-F80F-43F7-950D-ACD4B17D4945}" destId="{B0EC9240-E452-4243-A4A0-67A7F37D9C1C}" srcOrd="1" destOrd="0" presId="urn:microsoft.com/office/officeart/2005/8/layout/orgChart1"/>
    <dgm:cxn modelId="{6D80568A-A6D1-4BC8-B7BF-EA4D437F0D79}" type="presParOf" srcId="{F589DD97-F80F-43F7-950D-ACD4B17D4945}" destId="{58C3654F-1104-4249-BAFB-F6C522E85B23}" srcOrd="2" destOrd="0" presId="urn:microsoft.com/office/officeart/2005/8/layout/orgChart1"/>
    <dgm:cxn modelId="{CED68135-8E1F-462B-AFCD-B84B92BD6CA1}" type="presParOf" srcId="{50B6C101-3C43-4B42-B7A6-1A399C46F291}" destId="{EB0FDA22-F691-4C77-BA38-016836E1F258}" srcOrd="2" destOrd="0" presId="urn:microsoft.com/office/officeart/2005/8/layout/orgChart1"/>
    <dgm:cxn modelId="{9E1483F8-984E-4EF3-8F89-571C25D4D663}" type="presParOf" srcId="{5BE9F5AF-7EB4-4BDD-836E-8D4DFFD54930}" destId="{40D9FFBD-D9A4-4CF7-93D2-740CAD34C852}" srcOrd="2" destOrd="0" presId="urn:microsoft.com/office/officeart/2005/8/layout/orgChart1"/>
    <dgm:cxn modelId="{FA8F1B2F-00D1-4F4B-B811-5B5114376CCB}" type="presParOf" srcId="{5BE9F5AF-7EB4-4BDD-836E-8D4DFFD54930}" destId="{D0317B69-AD59-4EEE-9E20-B3AE7B3423F3}" srcOrd="3" destOrd="0" presId="urn:microsoft.com/office/officeart/2005/8/layout/orgChart1"/>
    <dgm:cxn modelId="{36535078-D808-40EC-86F6-853ED97F6FB2}" type="presParOf" srcId="{D0317B69-AD59-4EEE-9E20-B3AE7B3423F3}" destId="{0FE67941-A11F-4F02-A94F-0C3FE8D68246}" srcOrd="0" destOrd="0" presId="urn:microsoft.com/office/officeart/2005/8/layout/orgChart1"/>
    <dgm:cxn modelId="{B08BFF00-57AA-4BE9-9DCB-8D4B4BD300B0}" type="presParOf" srcId="{0FE67941-A11F-4F02-A94F-0C3FE8D68246}" destId="{2433E5DD-BC65-4B7A-B7A8-867D0A228C17}" srcOrd="0" destOrd="0" presId="urn:microsoft.com/office/officeart/2005/8/layout/orgChart1"/>
    <dgm:cxn modelId="{C1B01806-CA6A-4C14-AC5B-8D8F496FC65D}" type="presParOf" srcId="{0FE67941-A11F-4F02-A94F-0C3FE8D68246}" destId="{FA7F102D-5EB3-4468-86D8-81C396C99046}" srcOrd="1" destOrd="0" presId="urn:microsoft.com/office/officeart/2005/8/layout/orgChart1"/>
    <dgm:cxn modelId="{7D9E4654-50CD-4558-BC88-39AFFCBA385C}" type="presParOf" srcId="{D0317B69-AD59-4EEE-9E20-B3AE7B3423F3}" destId="{C53502D9-C9E7-4476-B3A7-143867028210}" srcOrd="1" destOrd="0" presId="urn:microsoft.com/office/officeart/2005/8/layout/orgChart1"/>
    <dgm:cxn modelId="{8D69CBAF-1DF1-4AB7-AAF6-5332B66E8F71}" type="presParOf" srcId="{C53502D9-C9E7-4476-B3A7-143867028210}" destId="{A9CF1284-44E8-484E-A2A4-B41E0350B115}" srcOrd="0" destOrd="0" presId="urn:microsoft.com/office/officeart/2005/8/layout/orgChart1"/>
    <dgm:cxn modelId="{C7F33C30-9946-4C71-AAC3-F8A09F6C51B1}" type="presParOf" srcId="{C53502D9-C9E7-4476-B3A7-143867028210}" destId="{2A05F76B-E8CC-4608-B2FC-32292D273593}" srcOrd="1" destOrd="0" presId="urn:microsoft.com/office/officeart/2005/8/layout/orgChart1"/>
    <dgm:cxn modelId="{32E48206-DB5B-4FDC-BF36-8B6BDE3264C8}" type="presParOf" srcId="{2A05F76B-E8CC-4608-B2FC-32292D273593}" destId="{0C08E3BB-C8EB-45AB-AC57-CCAC79704F94}" srcOrd="0" destOrd="0" presId="urn:microsoft.com/office/officeart/2005/8/layout/orgChart1"/>
    <dgm:cxn modelId="{26BDF079-76F7-4153-825E-D50EFFAD621B}" type="presParOf" srcId="{0C08E3BB-C8EB-45AB-AC57-CCAC79704F94}" destId="{6CB4BD13-B28E-4FD4-9900-55B8F1EF7856}" srcOrd="0" destOrd="0" presId="urn:microsoft.com/office/officeart/2005/8/layout/orgChart1"/>
    <dgm:cxn modelId="{FF7295EB-6266-4CF8-B907-A245B05DBDA9}" type="presParOf" srcId="{0C08E3BB-C8EB-45AB-AC57-CCAC79704F94}" destId="{D1702E11-2464-43B0-B1CA-733B34B98EF6}" srcOrd="1" destOrd="0" presId="urn:microsoft.com/office/officeart/2005/8/layout/orgChart1"/>
    <dgm:cxn modelId="{D6EBB6F7-78B3-4092-A5EE-EBEECC634D3C}" type="presParOf" srcId="{2A05F76B-E8CC-4608-B2FC-32292D273593}" destId="{7DD672A7-20CE-43A7-BE68-19F0F60198F9}" srcOrd="1" destOrd="0" presId="urn:microsoft.com/office/officeart/2005/8/layout/orgChart1"/>
    <dgm:cxn modelId="{7B02C2AB-22D9-4432-B284-49D2EAE17D2D}" type="presParOf" srcId="{2A05F76B-E8CC-4608-B2FC-32292D273593}" destId="{8873253B-9F67-4529-AE97-8863E2FD81AD}" srcOrd="2" destOrd="0" presId="urn:microsoft.com/office/officeart/2005/8/layout/orgChart1"/>
    <dgm:cxn modelId="{A2D194A7-D40B-4CE1-BA5D-FB66DFB604C4}" type="presParOf" srcId="{C53502D9-C9E7-4476-B3A7-143867028210}" destId="{622D8153-23B6-4874-8196-C902ECF17FFF}" srcOrd="2" destOrd="0" presId="urn:microsoft.com/office/officeart/2005/8/layout/orgChart1"/>
    <dgm:cxn modelId="{5A500965-33DE-48C7-93D1-CD9C95AA032A}" type="presParOf" srcId="{C53502D9-C9E7-4476-B3A7-143867028210}" destId="{38FD342F-EB12-4B67-ADC3-243C8C274AE9}" srcOrd="3" destOrd="0" presId="urn:microsoft.com/office/officeart/2005/8/layout/orgChart1"/>
    <dgm:cxn modelId="{D809EB19-A210-48DF-AD70-CD47938A75EB}" type="presParOf" srcId="{38FD342F-EB12-4B67-ADC3-243C8C274AE9}" destId="{904A201A-8190-4F75-B019-5521F11909E4}" srcOrd="0" destOrd="0" presId="urn:microsoft.com/office/officeart/2005/8/layout/orgChart1"/>
    <dgm:cxn modelId="{EB32C724-AF78-4661-921B-C930167D5F94}" type="presParOf" srcId="{904A201A-8190-4F75-B019-5521F11909E4}" destId="{81284B45-0239-4C4F-99B1-05A1B608715B}" srcOrd="0" destOrd="0" presId="urn:microsoft.com/office/officeart/2005/8/layout/orgChart1"/>
    <dgm:cxn modelId="{510D1F72-8B1B-4740-B558-BE5A9DA95A01}" type="presParOf" srcId="{904A201A-8190-4F75-B019-5521F11909E4}" destId="{3E9550E8-5EA8-4E64-9FD9-E7118F76B71D}" srcOrd="1" destOrd="0" presId="urn:microsoft.com/office/officeart/2005/8/layout/orgChart1"/>
    <dgm:cxn modelId="{D659A21C-5611-4074-8D34-FE9057DDFBCC}" type="presParOf" srcId="{38FD342F-EB12-4B67-ADC3-243C8C274AE9}" destId="{D2C323EF-7CB5-4A87-A580-44DAC90A9ACB}" srcOrd="1" destOrd="0" presId="urn:microsoft.com/office/officeart/2005/8/layout/orgChart1"/>
    <dgm:cxn modelId="{DECCDC90-8B65-4A23-A14A-83DF3601CAE7}" type="presParOf" srcId="{D2C323EF-7CB5-4A87-A580-44DAC90A9ACB}" destId="{0DF819B9-5B34-4D3B-82B3-B84CF5491CE0}" srcOrd="0" destOrd="0" presId="urn:microsoft.com/office/officeart/2005/8/layout/orgChart1"/>
    <dgm:cxn modelId="{4B3AC1D9-385B-43E1-A8C9-0E5A1A466165}" type="presParOf" srcId="{D2C323EF-7CB5-4A87-A580-44DAC90A9ACB}" destId="{796F9B8A-1A68-4ED4-A0E6-9CFDD8CB2EE8}" srcOrd="1" destOrd="0" presId="urn:microsoft.com/office/officeart/2005/8/layout/orgChart1"/>
    <dgm:cxn modelId="{A8B66932-981E-4453-BE47-7AFCC4684408}" type="presParOf" srcId="{796F9B8A-1A68-4ED4-A0E6-9CFDD8CB2EE8}" destId="{E33CF1BD-D517-49EB-B481-EB7DBAB4CEBD}" srcOrd="0" destOrd="0" presId="urn:microsoft.com/office/officeart/2005/8/layout/orgChart1"/>
    <dgm:cxn modelId="{7D54AAE5-69C4-4E1C-BA0D-E3F4FB9B0D5D}" type="presParOf" srcId="{E33CF1BD-D517-49EB-B481-EB7DBAB4CEBD}" destId="{226FB69E-EEE5-482B-820D-07400781C75D}" srcOrd="0" destOrd="0" presId="urn:microsoft.com/office/officeart/2005/8/layout/orgChart1"/>
    <dgm:cxn modelId="{B1626E50-6903-4094-A96C-086E823AD661}" type="presParOf" srcId="{E33CF1BD-D517-49EB-B481-EB7DBAB4CEBD}" destId="{DD2F8550-C585-441F-8F53-049343A7A9F2}" srcOrd="1" destOrd="0" presId="urn:microsoft.com/office/officeart/2005/8/layout/orgChart1"/>
    <dgm:cxn modelId="{8FC7611C-0BB3-497F-B8B5-F99C09EFD573}" type="presParOf" srcId="{796F9B8A-1A68-4ED4-A0E6-9CFDD8CB2EE8}" destId="{C5BB6EDE-5E71-4386-9EFF-A5FDE6368378}" srcOrd="1" destOrd="0" presId="urn:microsoft.com/office/officeart/2005/8/layout/orgChart1"/>
    <dgm:cxn modelId="{7389A6FF-6E94-4D9D-93CD-51A991958738}" type="presParOf" srcId="{796F9B8A-1A68-4ED4-A0E6-9CFDD8CB2EE8}" destId="{4F57F58B-3CAA-4CAC-ADAD-B63D6EC2F97D}" srcOrd="2" destOrd="0" presId="urn:microsoft.com/office/officeart/2005/8/layout/orgChart1"/>
    <dgm:cxn modelId="{34255C8E-00CF-4D34-B412-9ADD8CE5468C}" type="presParOf" srcId="{D2C323EF-7CB5-4A87-A580-44DAC90A9ACB}" destId="{66C646CE-AC58-4A82-8493-0FB1F92FDCD6}" srcOrd="2" destOrd="0" presId="urn:microsoft.com/office/officeart/2005/8/layout/orgChart1"/>
    <dgm:cxn modelId="{C7718B63-57F1-4C0E-B583-E76435FD281A}" type="presParOf" srcId="{D2C323EF-7CB5-4A87-A580-44DAC90A9ACB}" destId="{4622B823-8B3D-4A0D-9046-86DF882F36BF}" srcOrd="3" destOrd="0" presId="urn:microsoft.com/office/officeart/2005/8/layout/orgChart1"/>
    <dgm:cxn modelId="{9F511A5C-205D-44C9-84E6-DF36EA948EF2}" type="presParOf" srcId="{4622B823-8B3D-4A0D-9046-86DF882F36BF}" destId="{D72808E4-FB28-4D88-B5BE-52139B30B84F}" srcOrd="0" destOrd="0" presId="urn:microsoft.com/office/officeart/2005/8/layout/orgChart1"/>
    <dgm:cxn modelId="{BD7BF37C-37C8-42A4-858A-DAF13B74A162}" type="presParOf" srcId="{D72808E4-FB28-4D88-B5BE-52139B30B84F}" destId="{9E5E501B-887A-46E8-AF71-5BD991D0A429}" srcOrd="0" destOrd="0" presId="urn:microsoft.com/office/officeart/2005/8/layout/orgChart1"/>
    <dgm:cxn modelId="{97423C41-9E23-4DC4-B33E-BC9A274FB220}" type="presParOf" srcId="{D72808E4-FB28-4D88-B5BE-52139B30B84F}" destId="{0744C261-CCED-47D4-B68A-E85A93E93809}" srcOrd="1" destOrd="0" presId="urn:microsoft.com/office/officeart/2005/8/layout/orgChart1"/>
    <dgm:cxn modelId="{B3AD79DC-B438-4508-93C4-6B8C25834CB8}" type="presParOf" srcId="{4622B823-8B3D-4A0D-9046-86DF882F36BF}" destId="{D627F105-DE56-4A1E-AA96-CF7A1515E10F}" srcOrd="1" destOrd="0" presId="urn:microsoft.com/office/officeart/2005/8/layout/orgChart1"/>
    <dgm:cxn modelId="{5243A95B-5C5F-4CE9-86A4-F0D1B8CD7D7F}" type="presParOf" srcId="{4622B823-8B3D-4A0D-9046-86DF882F36BF}" destId="{A0140E39-1552-4C29-AA48-5951C4EEE549}" srcOrd="2" destOrd="0" presId="urn:microsoft.com/office/officeart/2005/8/layout/orgChart1"/>
    <dgm:cxn modelId="{680BC154-0B72-4C12-B8E3-30747B9D4B1C}" type="presParOf" srcId="{38FD342F-EB12-4B67-ADC3-243C8C274AE9}" destId="{3488068C-46C7-4F19-9354-8B8486BCB5ED}" srcOrd="2" destOrd="0" presId="urn:microsoft.com/office/officeart/2005/8/layout/orgChart1"/>
    <dgm:cxn modelId="{FE071D80-D283-421E-9956-4D48CACD42B8}" type="presParOf" srcId="{D0317B69-AD59-4EEE-9E20-B3AE7B3423F3}" destId="{8D61504E-9E7E-4252-9E50-B719E2223E9F}" srcOrd="2" destOrd="0" presId="urn:microsoft.com/office/officeart/2005/8/layout/orgChart1"/>
    <dgm:cxn modelId="{F420B78A-2AC3-4128-84F2-0985E18E2AF7}" type="presParOf" srcId="{7B5F41D6-3A77-4B82-9F42-86FC056E68B5}" destId="{52F886AB-22D2-43E6-BB77-C6671F69ADAE}" srcOrd="2" destOrd="0" presId="urn:microsoft.com/office/officeart/2005/8/layout/orgChart1"/>
    <dgm:cxn modelId="{4F3B7238-EBAD-4AAE-83E1-DC43798E22B1}" type="presParOf" srcId="{52F886AB-22D2-43E6-BB77-C6671F69ADAE}" destId="{8F30AE82-139A-45D0-A39C-84EE69B7057E}" srcOrd="0" destOrd="0" presId="urn:microsoft.com/office/officeart/2005/8/layout/orgChart1"/>
    <dgm:cxn modelId="{C2E07976-131B-4CCD-8F28-ED341B95B90E}" type="presParOf" srcId="{52F886AB-22D2-43E6-BB77-C6671F69ADAE}" destId="{6BEBD700-8321-4B47-ABE2-06628B94F4D6}" srcOrd="1" destOrd="0" presId="urn:microsoft.com/office/officeart/2005/8/layout/orgChart1"/>
    <dgm:cxn modelId="{25450615-C669-4CF3-BE76-FB7138EB7E6F}" type="presParOf" srcId="{6BEBD700-8321-4B47-ABE2-06628B94F4D6}" destId="{0D4C8186-B1F2-42AF-B762-1982C6089833}" srcOrd="0" destOrd="0" presId="urn:microsoft.com/office/officeart/2005/8/layout/orgChart1"/>
    <dgm:cxn modelId="{F67A61E7-CC66-4003-8580-AF267845976C}" type="presParOf" srcId="{0D4C8186-B1F2-42AF-B762-1982C6089833}" destId="{3A2F88FA-BCB0-4A26-AC03-E2380CDBEF05}" srcOrd="0" destOrd="0" presId="urn:microsoft.com/office/officeart/2005/8/layout/orgChart1"/>
    <dgm:cxn modelId="{D335A15B-0F50-475F-8D69-B5378AB743B8}" type="presParOf" srcId="{0D4C8186-B1F2-42AF-B762-1982C6089833}" destId="{C4F5F702-CD22-4A26-A0F4-BEA18344BBC3}" srcOrd="1" destOrd="0" presId="urn:microsoft.com/office/officeart/2005/8/layout/orgChart1"/>
    <dgm:cxn modelId="{BDF70C8E-C739-477F-A8B2-55D15226FB52}" type="presParOf" srcId="{6BEBD700-8321-4B47-ABE2-06628B94F4D6}" destId="{027E6349-79FD-48DC-BB39-ABD297F9EB1E}" srcOrd="1" destOrd="0" presId="urn:microsoft.com/office/officeart/2005/8/layout/orgChart1"/>
    <dgm:cxn modelId="{A619FB24-698B-4F00-990D-47458CAAC642}" type="presParOf" srcId="{6BEBD700-8321-4B47-ABE2-06628B94F4D6}" destId="{C8EBFFA6-A5A4-4F02-9FDD-472AB0E3C803}" srcOrd="2" destOrd="0" presId="urn:microsoft.com/office/officeart/2005/8/layout/orgChart1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30AE82-139A-45D0-A39C-84EE69B7057E}">
      <dsp:nvSpPr>
        <dsp:cNvPr id="0" name=""/>
        <dsp:cNvSpPr/>
      </dsp:nvSpPr>
      <dsp:spPr>
        <a:xfrm>
          <a:off x="3492903" y="704758"/>
          <a:ext cx="147153" cy="644673"/>
        </a:xfrm>
        <a:custGeom>
          <a:avLst/>
          <a:gdLst/>
          <a:ahLst/>
          <a:cxnLst/>
          <a:rect l="0" t="0" r="0" b="0"/>
          <a:pathLst>
            <a:path>
              <a:moveTo>
                <a:pt x="147153" y="0"/>
              </a:moveTo>
              <a:lnTo>
                <a:pt x="147153" y="644673"/>
              </a:lnTo>
              <a:lnTo>
                <a:pt x="0" y="644673"/>
              </a:lnTo>
            </a:path>
          </a:pathLst>
        </a:custGeom>
        <a:noFill/>
        <a:ln w="254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6C646CE-AC58-4A82-8493-0FB1F92FDCD6}">
      <dsp:nvSpPr>
        <dsp:cNvPr id="0" name=""/>
        <dsp:cNvSpPr/>
      </dsp:nvSpPr>
      <dsp:spPr>
        <a:xfrm>
          <a:off x="6169042" y="3689878"/>
          <a:ext cx="113056" cy="64467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44673"/>
              </a:lnTo>
              <a:lnTo>
                <a:pt x="113056" y="644673"/>
              </a:lnTo>
            </a:path>
          </a:pathLst>
        </a:custGeom>
        <a:noFill/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DF819B9-5B34-4D3B-82B3-B84CF5491CE0}">
      <dsp:nvSpPr>
        <dsp:cNvPr id="0" name=""/>
        <dsp:cNvSpPr/>
      </dsp:nvSpPr>
      <dsp:spPr>
        <a:xfrm>
          <a:off x="6061143" y="3689878"/>
          <a:ext cx="107898" cy="644673"/>
        </a:xfrm>
        <a:custGeom>
          <a:avLst/>
          <a:gdLst/>
          <a:ahLst/>
          <a:cxnLst/>
          <a:rect l="0" t="0" r="0" b="0"/>
          <a:pathLst>
            <a:path>
              <a:moveTo>
                <a:pt x="107898" y="0"/>
              </a:moveTo>
              <a:lnTo>
                <a:pt x="107898" y="644673"/>
              </a:lnTo>
              <a:lnTo>
                <a:pt x="0" y="644673"/>
              </a:lnTo>
            </a:path>
          </a:pathLst>
        </a:custGeom>
        <a:noFill/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22D8153-23B6-4874-8196-C902ECF17FFF}">
      <dsp:nvSpPr>
        <dsp:cNvPr id="0" name=""/>
        <dsp:cNvSpPr/>
      </dsp:nvSpPr>
      <dsp:spPr>
        <a:xfrm>
          <a:off x="5360411" y="2694838"/>
          <a:ext cx="808631" cy="2943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7153"/>
              </a:lnTo>
              <a:lnTo>
                <a:pt x="808631" y="147153"/>
              </a:lnTo>
              <a:lnTo>
                <a:pt x="808631" y="294307"/>
              </a:lnTo>
            </a:path>
          </a:pathLst>
        </a:custGeom>
        <a:noFill/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9CF1284-44E8-484E-A2A4-B41E0350B115}">
      <dsp:nvSpPr>
        <dsp:cNvPr id="0" name=""/>
        <dsp:cNvSpPr/>
      </dsp:nvSpPr>
      <dsp:spPr>
        <a:xfrm>
          <a:off x="4512524" y="2694838"/>
          <a:ext cx="847886" cy="294307"/>
        </a:xfrm>
        <a:custGeom>
          <a:avLst/>
          <a:gdLst/>
          <a:ahLst/>
          <a:cxnLst/>
          <a:rect l="0" t="0" r="0" b="0"/>
          <a:pathLst>
            <a:path>
              <a:moveTo>
                <a:pt x="847886" y="0"/>
              </a:moveTo>
              <a:lnTo>
                <a:pt x="847886" y="147153"/>
              </a:lnTo>
              <a:lnTo>
                <a:pt x="0" y="147153"/>
              </a:lnTo>
              <a:lnTo>
                <a:pt x="0" y="294307"/>
              </a:lnTo>
            </a:path>
          </a:pathLst>
        </a:custGeom>
        <a:noFill/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0D9FFBD-D9A4-4CF7-93D2-740CAD34C852}">
      <dsp:nvSpPr>
        <dsp:cNvPr id="0" name=""/>
        <dsp:cNvSpPr/>
      </dsp:nvSpPr>
      <dsp:spPr>
        <a:xfrm>
          <a:off x="3640056" y="704758"/>
          <a:ext cx="1720354" cy="128934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42193"/>
              </a:lnTo>
              <a:lnTo>
                <a:pt x="1720354" y="1142193"/>
              </a:lnTo>
              <a:lnTo>
                <a:pt x="1720354" y="1289347"/>
              </a:lnTo>
            </a:path>
          </a:pathLst>
        </a:custGeom>
        <a:noFill/>
        <a:ln w="254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BF37C24-84D3-4C82-940B-4446E9527253}">
      <dsp:nvSpPr>
        <dsp:cNvPr id="0" name=""/>
        <dsp:cNvSpPr/>
      </dsp:nvSpPr>
      <dsp:spPr>
        <a:xfrm>
          <a:off x="1833914" y="2694838"/>
          <a:ext cx="91440" cy="619503"/>
        </a:xfrm>
        <a:custGeom>
          <a:avLst/>
          <a:gdLst/>
          <a:ahLst/>
          <a:cxnLst/>
          <a:rect l="0" t="0" r="0" b="0"/>
          <a:pathLst>
            <a:path>
              <a:moveTo>
                <a:pt x="125155" y="0"/>
              </a:moveTo>
              <a:lnTo>
                <a:pt x="125155" y="619503"/>
              </a:lnTo>
              <a:lnTo>
                <a:pt x="45720" y="619503"/>
              </a:lnTo>
            </a:path>
          </a:pathLst>
        </a:custGeom>
        <a:noFill/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739136E-0DE7-47A2-85BB-4C6B8D8B1476}">
      <dsp:nvSpPr>
        <dsp:cNvPr id="0" name=""/>
        <dsp:cNvSpPr/>
      </dsp:nvSpPr>
      <dsp:spPr>
        <a:xfrm>
          <a:off x="1959069" y="704758"/>
          <a:ext cx="1680987" cy="1289347"/>
        </a:xfrm>
        <a:custGeom>
          <a:avLst/>
          <a:gdLst/>
          <a:ahLst/>
          <a:cxnLst/>
          <a:rect l="0" t="0" r="0" b="0"/>
          <a:pathLst>
            <a:path>
              <a:moveTo>
                <a:pt x="1680987" y="0"/>
              </a:moveTo>
              <a:lnTo>
                <a:pt x="1680987" y="1142193"/>
              </a:lnTo>
              <a:lnTo>
                <a:pt x="0" y="1142193"/>
              </a:lnTo>
              <a:lnTo>
                <a:pt x="0" y="1289347"/>
              </a:lnTo>
            </a:path>
          </a:pathLst>
        </a:custGeom>
        <a:noFill/>
        <a:ln w="254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96D3095-B598-47A0-B268-E656B7A75D29}">
      <dsp:nvSpPr>
        <dsp:cNvPr id="0" name=""/>
        <dsp:cNvSpPr/>
      </dsp:nvSpPr>
      <dsp:spPr>
        <a:xfrm>
          <a:off x="2939324" y="4026"/>
          <a:ext cx="1401464" cy="70073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COCA-COLA SALES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$12.3MM </a:t>
          </a:r>
          <a:r>
            <a:rPr lang="en-US" sz="1400" kern="1200" dirty="0"/>
            <a:t>(+1.2%)</a:t>
          </a:r>
        </a:p>
      </dsp:txBody>
      <dsp:txXfrm>
        <a:off x="2939324" y="4026"/>
        <a:ext cx="1401464" cy="700732"/>
      </dsp:txXfrm>
    </dsp:sp>
    <dsp:sp modelId="{17517E56-FA84-4307-A360-4637991AEC5A}">
      <dsp:nvSpPr>
        <dsp:cNvPr id="0" name=""/>
        <dsp:cNvSpPr/>
      </dsp:nvSpPr>
      <dsp:spPr>
        <a:xfrm>
          <a:off x="1258337" y="1994106"/>
          <a:ext cx="1401464" cy="70073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HH PENETRATION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12% </a:t>
          </a:r>
          <a:r>
            <a:rPr lang="en-US" sz="1400" kern="1200" dirty="0"/>
            <a:t>(+1.2 pp)</a:t>
          </a:r>
        </a:p>
      </dsp:txBody>
      <dsp:txXfrm>
        <a:off x="1258337" y="1994106"/>
        <a:ext cx="1401464" cy="700732"/>
      </dsp:txXfrm>
    </dsp:sp>
    <dsp:sp modelId="{40A30744-71EE-4030-951C-86DBB25199E2}">
      <dsp:nvSpPr>
        <dsp:cNvPr id="0" name=""/>
        <dsp:cNvSpPr/>
      </dsp:nvSpPr>
      <dsp:spPr>
        <a:xfrm>
          <a:off x="478170" y="2963976"/>
          <a:ext cx="1401464" cy="70073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REPEAT RATE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12.3% </a:t>
          </a:r>
          <a:r>
            <a:rPr lang="en-US" sz="1400" kern="1200" dirty="0"/>
            <a:t>(+1.2 pp)</a:t>
          </a:r>
        </a:p>
      </dsp:txBody>
      <dsp:txXfrm>
        <a:off x="478170" y="2963976"/>
        <a:ext cx="1401464" cy="700732"/>
      </dsp:txXfrm>
    </dsp:sp>
    <dsp:sp modelId="{2433E5DD-BC65-4B7A-B7A8-867D0A228C17}">
      <dsp:nvSpPr>
        <dsp:cNvPr id="0" name=""/>
        <dsp:cNvSpPr/>
      </dsp:nvSpPr>
      <dsp:spPr>
        <a:xfrm>
          <a:off x="4659678" y="1994106"/>
          <a:ext cx="1401464" cy="70073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BUY RATE (SPEND)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$12.3 </a:t>
          </a:r>
          <a:r>
            <a:rPr lang="en-US" sz="1400" kern="1200" dirty="0"/>
            <a:t>(+1.2%)</a:t>
          </a:r>
          <a:endParaRPr lang="en-US" sz="1400" b="1" kern="1200" dirty="0"/>
        </a:p>
      </dsp:txBody>
      <dsp:txXfrm>
        <a:off x="4659678" y="1994106"/>
        <a:ext cx="1401464" cy="700732"/>
      </dsp:txXfrm>
    </dsp:sp>
    <dsp:sp modelId="{6CB4BD13-B28E-4FD4-9900-55B8F1EF7856}">
      <dsp:nvSpPr>
        <dsp:cNvPr id="0" name=""/>
        <dsp:cNvSpPr/>
      </dsp:nvSpPr>
      <dsp:spPr>
        <a:xfrm>
          <a:off x="3811792" y="2989146"/>
          <a:ext cx="1401464" cy="70073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PURCHASE FREQ.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1.2 </a:t>
          </a:r>
          <a:r>
            <a:rPr lang="en-US" sz="1400" kern="1200" dirty="0"/>
            <a:t>(+1.2%)</a:t>
          </a:r>
        </a:p>
      </dsp:txBody>
      <dsp:txXfrm>
        <a:off x="3811792" y="2989146"/>
        <a:ext cx="1401464" cy="700732"/>
      </dsp:txXfrm>
    </dsp:sp>
    <dsp:sp modelId="{81284B45-0239-4C4F-99B1-05A1B608715B}">
      <dsp:nvSpPr>
        <dsp:cNvPr id="0" name=""/>
        <dsp:cNvSpPr/>
      </dsp:nvSpPr>
      <dsp:spPr>
        <a:xfrm>
          <a:off x="5468309" y="2989146"/>
          <a:ext cx="1401464" cy="70073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SPEND PER TRIP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$1.2 </a:t>
          </a:r>
          <a:r>
            <a:rPr lang="en-US" sz="1400" kern="1200" dirty="0"/>
            <a:t>(+1.2%)</a:t>
          </a:r>
        </a:p>
      </dsp:txBody>
      <dsp:txXfrm>
        <a:off x="5468309" y="2989146"/>
        <a:ext cx="1401464" cy="700732"/>
      </dsp:txXfrm>
    </dsp:sp>
    <dsp:sp modelId="{226FB69E-EEE5-482B-820D-07400781C75D}">
      <dsp:nvSpPr>
        <dsp:cNvPr id="0" name=""/>
        <dsp:cNvSpPr/>
      </dsp:nvSpPr>
      <dsp:spPr>
        <a:xfrm>
          <a:off x="4659678" y="3984186"/>
          <a:ext cx="1401464" cy="70073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UNITS PER TRIP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1.2 (+1.2%)</a:t>
          </a:r>
        </a:p>
      </dsp:txBody>
      <dsp:txXfrm>
        <a:off x="4659678" y="3984186"/>
        <a:ext cx="1401464" cy="700732"/>
      </dsp:txXfrm>
    </dsp:sp>
    <dsp:sp modelId="{9E5E501B-887A-46E8-AF71-5BD991D0A429}">
      <dsp:nvSpPr>
        <dsp:cNvPr id="0" name=""/>
        <dsp:cNvSpPr/>
      </dsp:nvSpPr>
      <dsp:spPr>
        <a:xfrm>
          <a:off x="6282098" y="3984186"/>
          <a:ext cx="1401464" cy="70073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SPEND PER UNIT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$1.2 </a:t>
          </a:r>
          <a:r>
            <a:rPr lang="en-US" sz="1400" kern="1200" dirty="0"/>
            <a:t>(+1.2%)</a:t>
          </a:r>
        </a:p>
      </dsp:txBody>
      <dsp:txXfrm>
        <a:off x="6282098" y="3984186"/>
        <a:ext cx="1401464" cy="700732"/>
      </dsp:txXfrm>
    </dsp:sp>
    <dsp:sp modelId="{3A2F88FA-BCB0-4A26-AC03-E2380CDBEF05}">
      <dsp:nvSpPr>
        <dsp:cNvPr id="0" name=""/>
        <dsp:cNvSpPr/>
      </dsp:nvSpPr>
      <dsp:spPr>
        <a:xfrm>
          <a:off x="2091438" y="999066"/>
          <a:ext cx="1401464" cy="70073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TOTAL HHs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12.3MM </a:t>
          </a:r>
          <a:r>
            <a:rPr lang="en-US" sz="1400" kern="1200" dirty="0"/>
            <a:t>(+1.2%)</a:t>
          </a:r>
        </a:p>
      </dsp:txBody>
      <dsp:txXfrm>
        <a:off x="2091438" y="999066"/>
        <a:ext cx="1401464" cy="70073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30AE82-139A-45D0-A39C-84EE69B7057E}">
      <dsp:nvSpPr>
        <dsp:cNvPr id="0" name=""/>
        <dsp:cNvSpPr/>
      </dsp:nvSpPr>
      <dsp:spPr>
        <a:xfrm>
          <a:off x="3492903" y="704758"/>
          <a:ext cx="147153" cy="644673"/>
        </a:xfrm>
        <a:custGeom>
          <a:avLst/>
          <a:gdLst/>
          <a:ahLst/>
          <a:cxnLst/>
          <a:rect l="0" t="0" r="0" b="0"/>
          <a:pathLst>
            <a:path>
              <a:moveTo>
                <a:pt x="147153" y="0"/>
              </a:moveTo>
              <a:lnTo>
                <a:pt x="147153" y="644673"/>
              </a:lnTo>
              <a:lnTo>
                <a:pt x="0" y="644673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6C646CE-AC58-4A82-8493-0FB1F92FDCD6}">
      <dsp:nvSpPr>
        <dsp:cNvPr id="0" name=""/>
        <dsp:cNvSpPr/>
      </dsp:nvSpPr>
      <dsp:spPr>
        <a:xfrm>
          <a:off x="6169042" y="3689878"/>
          <a:ext cx="113056" cy="64467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44673"/>
              </a:lnTo>
              <a:lnTo>
                <a:pt x="113056" y="644673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DF819B9-5B34-4D3B-82B3-B84CF5491CE0}">
      <dsp:nvSpPr>
        <dsp:cNvPr id="0" name=""/>
        <dsp:cNvSpPr/>
      </dsp:nvSpPr>
      <dsp:spPr>
        <a:xfrm>
          <a:off x="6061143" y="3689878"/>
          <a:ext cx="107898" cy="644673"/>
        </a:xfrm>
        <a:custGeom>
          <a:avLst/>
          <a:gdLst/>
          <a:ahLst/>
          <a:cxnLst/>
          <a:rect l="0" t="0" r="0" b="0"/>
          <a:pathLst>
            <a:path>
              <a:moveTo>
                <a:pt x="107898" y="0"/>
              </a:moveTo>
              <a:lnTo>
                <a:pt x="107898" y="644673"/>
              </a:lnTo>
              <a:lnTo>
                <a:pt x="0" y="644673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22D8153-23B6-4874-8196-C902ECF17FFF}">
      <dsp:nvSpPr>
        <dsp:cNvPr id="0" name=""/>
        <dsp:cNvSpPr/>
      </dsp:nvSpPr>
      <dsp:spPr>
        <a:xfrm>
          <a:off x="5360411" y="2694838"/>
          <a:ext cx="808631" cy="2943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7153"/>
              </a:lnTo>
              <a:lnTo>
                <a:pt x="808631" y="147153"/>
              </a:lnTo>
              <a:lnTo>
                <a:pt x="808631" y="29430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9CF1284-44E8-484E-A2A4-B41E0350B115}">
      <dsp:nvSpPr>
        <dsp:cNvPr id="0" name=""/>
        <dsp:cNvSpPr/>
      </dsp:nvSpPr>
      <dsp:spPr>
        <a:xfrm>
          <a:off x="4512524" y="2694838"/>
          <a:ext cx="847886" cy="294307"/>
        </a:xfrm>
        <a:custGeom>
          <a:avLst/>
          <a:gdLst/>
          <a:ahLst/>
          <a:cxnLst/>
          <a:rect l="0" t="0" r="0" b="0"/>
          <a:pathLst>
            <a:path>
              <a:moveTo>
                <a:pt x="847886" y="0"/>
              </a:moveTo>
              <a:lnTo>
                <a:pt x="847886" y="147153"/>
              </a:lnTo>
              <a:lnTo>
                <a:pt x="0" y="147153"/>
              </a:lnTo>
              <a:lnTo>
                <a:pt x="0" y="29430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0D9FFBD-D9A4-4CF7-93D2-740CAD34C852}">
      <dsp:nvSpPr>
        <dsp:cNvPr id="0" name=""/>
        <dsp:cNvSpPr/>
      </dsp:nvSpPr>
      <dsp:spPr>
        <a:xfrm>
          <a:off x="3640056" y="704758"/>
          <a:ext cx="1720354" cy="128934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42193"/>
              </a:lnTo>
              <a:lnTo>
                <a:pt x="1720354" y="1142193"/>
              </a:lnTo>
              <a:lnTo>
                <a:pt x="1720354" y="128934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BF37C24-84D3-4C82-940B-4446E9527253}">
      <dsp:nvSpPr>
        <dsp:cNvPr id="0" name=""/>
        <dsp:cNvSpPr/>
      </dsp:nvSpPr>
      <dsp:spPr>
        <a:xfrm>
          <a:off x="1833914" y="2694838"/>
          <a:ext cx="91440" cy="619503"/>
        </a:xfrm>
        <a:custGeom>
          <a:avLst/>
          <a:gdLst/>
          <a:ahLst/>
          <a:cxnLst/>
          <a:rect l="0" t="0" r="0" b="0"/>
          <a:pathLst>
            <a:path>
              <a:moveTo>
                <a:pt x="125155" y="0"/>
              </a:moveTo>
              <a:lnTo>
                <a:pt x="125155" y="619503"/>
              </a:lnTo>
              <a:lnTo>
                <a:pt x="45720" y="619503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739136E-0DE7-47A2-85BB-4C6B8D8B1476}">
      <dsp:nvSpPr>
        <dsp:cNvPr id="0" name=""/>
        <dsp:cNvSpPr/>
      </dsp:nvSpPr>
      <dsp:spPr>
        <a:xfrm>
          <a:off x="1959069" y="704758"/>
          <a:ext cx="1680987" cy="1289347"/>
        </a:xfrm>
        <a:custGeom>
          <a:avLst/>
          <a:gdLst/>
          <a:ahLst/>
          <a:cxnLst/>
          <a:rect l="0" t="0" r="0" b="0"/>
          <a:pathLst>
            <a:path>
              <a:moveTo>
                <a:pt x="1680987" y="0"/>
              </a:moveTo>
              <a:lnTo>
                <a:pt x="1680987" y="1142193"/>
              </a:lnTo>
              <a:lnTo>
                <a:pt x="0" y="1142193"/>
              </a:lnTo>
              <a:lnTo>
                <a:pt x="0" y="128934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96D3095-B598-47A0-B268-E656B7A75D29}">
      <dsp:nvSpPr>
        <dsp:cNvPr id="0" name=""/>
        <dsp:cNvSpPr/>
      </dsp:nvSpPr>
      <dsp:spPr>
        <a:xfrm>
          <a:off x="2939324" y="4026"/>
          <a:ext cx="1401464" cy="70073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COCA-COLA SALES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12.3MM kg </a:t>
          </a:r>
          <a:r>
            <a:rPr lang="en-US" sz="1400" kern="1200" dirty="0"/>
            <a:t>(+1.2%)</a:t>
          </a:r>
        </a:p>
      </dsp:txBody>
      <dsp:txXfrm>
        <a:off x="2939324" y="4026"/>
        <a:ext cx="1401464" cy="700732"/>
      </dsp:txXfrm>
    </dsp:sp>
    <dsp:sp modelId="{17517E56-FA84-4307-A360-4637991AEC5A}">
      <dsp:nvSpPr>
        <dsp:cNvPr id="0" name=""/>
        <dsp:cNvSpPr/>
      </dsp:nvSpPr>
      <dsp:spPr>
        <a:xfrm>
          <a:off x="1258337" y="1994106"/>
          <a:ext cx="1401464" cy="70073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HH PENETRATION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12% </a:t>
          </a:r>
          <a:r>
            <a:rPr lang="en-US" sz="1400" kern="1200" dirty="0"/>
            <a:t>(+1.2 pp)</a:t>
          </a:r>
        </a:p>
      </dsp:txBody>
      <dsp:txXfrm>
        <a:off x="1258337" y="1994106"/>
        <a:ext cx="1401464" cy="700732"/>
      </dsp:txXfrm>
    </dsp:sp>
    <dsp:sp modelId="{40A30744-71EE-4030-951C-86DBB25199E2}">
      <dsp:nvSpPr>
        <dsp:cNvPr id="0" name=""/>
        <dsp:cNvSpPr/>
      </dsp:nvSpPr>
      <dsp:spPr>
        <a:xfrm>
          <a:off x="478170" y="2963976"/>
          <a:ext cx="1401464" cy="70073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REPEAT RATE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12.3% </a:t>
          </a:r>
          <a:r>
            <a:rPr lang="en-US" sz="1400" kern="1200" dirty="0"/>
            <a:t>(+1.2 pp)</a:t>
          </a:r>
        </a:p>
      </dsp:txBody>
      <dsp:txXfrm>
        <a:off x="478170" y="2963976"/>
        <a:ext cx="1401464" cy="700732"/>
      </dsp:txXfrm>
    </dsp:sp>
    <dsp:sp modelId="{2433E5DD-BC65-4B7A-B7A8-867D0A228C17}">
      <dsp:nvSpPr>
        <dsp:cNvPr id="0" name=""/>
        <dsp:cNvSpPr/>
      </dsp:nvSpPr>
      <dsp:spPr>
        <a:xfrm>
          <a:off x="4659678" y="1994106"/>
          <a:ext cx="1401464" cy="70073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BUY RATE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12.3 kg </a:t>
          </a:r>
          <a:r>
            <a:rPr lang="en-US" sz="1400" kern="1200" dirty="0"/>
            <a:t>(+1.2%)</a:t>
          </a:r>
          <a:endParaRPr lang="en-US" sz="1400" b="1" kern="1200" dirty="0"/>
        </a:p>
      </dsp:txBody>
      <dsp:txXfrm>
        <a:off x="4659678" y="1994106"/>
        <a:ext cx="1401464" cy="700732"/>
      </dsp:txXfrm>
    </dsp:sp>
    <dsp:sp modelId="{6CB4BD13-B28E-4FD4-9900-55B8F1EF7856}">
      <dsp:nvSpPr>
        <dsp:cNvPr id="0" name=""/>
        <dsp:cNvSpPr/>
      </dsp:nvSpPr>
      <dsp:spPr>
        <a:xfrm>
          <a:off x="3811792" y="2989146"/>
          <a:ext cx="1401464" cy="70073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PURCHASE FREQ.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1.2 </a:t>
          </a:r>
          <a:r>
            <a:rPr lang="en-US" sz="1400" kern="1200" dirty="0"/>
            <a:t>(+1.2%)</a:t>
          </a:r>
        </a:p>
      </dsp:txBody>
      <dsp:txXfrm>
        <a:off x="3811792" y="2989146"/>
        <a:ext cx="1401464" cy="700732"/>
      </dsp:txXfrm>
    </dsp:sp>
    <dsp:sp modelId="{81284B45-0239-4C4F-99B1-05A1B608715B}">
      <dsp:nvSpPr>
        <dsp:cNvPr id="0" name=""/>
        <dsp:cNvSpPr/>
      </dsp:nvSpPr>
      <dsp:spPr>
        <a:xfrm>
          <a:off x="5468309" y="2989146"/>
          <a:ext cx="1401464" cy="70073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VOL PER TRIP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1.2 kg </a:t>
          </a:r>
          <a:r>
            <a:rPr lang="en-US" sz="1400" kern="1200" dirty="0"/>
            <a:t>(+1.2%)</a:t>
          </a:r>
        </a:p>
      </dsp:txBody>
      <dsp:txXfrm>
        <a:off x="5468309" y="2989146"/>
        <a:ext cx="1401464" cy="700732"/>
      </dsp:txXfrm>
    </dsp:sp>
    <dsp:sp modelId="{226FB69E-EEE5-482B-820D-07400781C75D}">
      <dsp:nvSpPr>
        <dsp:cNvPr id="0" name=""/>
        <dsp:cNvSpPr/>
      </dsp:nvSpPr>
      <dsp:spPr>
        <a:xfrm>
          <a:off x="4659678" y="3984186"/>
          <a:ext cx="1401464" cy="70073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UNITS PER TRIP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1.2</a:t>
          </a:r>
          <a:r>
            <a:rPr lang="en-US" sz="1400" kern="1200" dirty="0"/>
            <a:t> (+1.2%)</a:t>
          </a:r>
        </a:p>
      </dsp:txBody>
      <dsp:txXfrm>
        <a:off x="4659678" y="3984186"/>
        <a:ext cx="1401464" cy="700732"/>
      </dsp:txXfrm>
    </dsp:sp>
    <dsp:sp modelId="{9E5E501B-887A-46E8-AF71-5BD991D0A429}">
      <dsp:nvSpPr>
        <dsp:cNvPr id="0" name=""/>
        <dsp:cNvSpPr/>
      </dsp:nvSpPr>
      <dsp:spPr>
        <a:xfrm>
          <a:off x="6282098" y="3984186"/>
          <a:ext cx="1401464" cy="70073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VOL PER UNIT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1.2 kg </a:t>
          </a:r>
          <a:r>
            <a:rPr lang="en-US" sz="1400" kern="1200" dirty="0"/>
            <a:t>(+1.2%)</a:t>
          </a:r>
        </a:p>
      </dsp:txBody>
      <dsp:txXfrm>
        <a:off x="6282098" y="3984186"/>
        <a:ext cx="1401464" cy="700732"/>
      </dsp:txXfrm>
    </dsp:sp>
    <dsp:sp modelId="{3A2F88FA-BCB0-4A26-AC03-E2380CDBEF05}">
      <dsp:nvSpPr>
        <dsp:cNvPr id="0" name=""/>
        <dsp:cNvSpPr/>
      </dsp:nvSpPr>
      <dsp:spPr>
        <a:xfrm>
          <a:off x="2091438" y="999066"/>
          <a:ext cx="1401464" cy="70073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TOTAL HHs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12.3MM </a:t>
          </a:r>
          <a:r>
            <a:rPr lang="en-US" sz="1400" kern="1200" dirty="0"/>
            <a:t>(+1.2%)</a:t>
          </a:r>
        </a:p>
      </dsp:txBody>
      <dsp:txXfrm>
        <a:off x="2091438" y="999066"/>
        <a:ext cx="1401464" cy="7007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0F437B-9A6E-4C8B-947E-E81718E04972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66D6C2-2D6F-4F5C-BACB-656C9794A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486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1:notes"/>
          <p:cNvSpPr txBox="1">
            <a:spLocks noGrp="1"/>
          </p:cNvSpPr>
          <p:nvPr>
            <p:ph type="body" idx="1"/>
          </p:nvPr>
        </p:nvSpPr>
        <p:spPr>
          <a:xfrm>
            <a:off x="680562" y="4783307"/>
            <a:ext cx="5444490" cy="391361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7" name="Google Shape;62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1063" cy="3354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1 (Gradient-pattern)">
  <p:cSld name="Title slide 1 (Gradient-pattern)">
    <p:bg>
      <p:bgPr>
        <a:gradFill>
          <a:gsLst>
            <a:gs pos="0">
              <a:schemeClr val="lt2"/>
            </a:gs>
            <a:gs pos="100000">
              <a:schemeClr val="accent2"/>
            </a:gs>
          </a:gsLst>
          <a:lin ang="0" scaled="0"/>
        </a:gra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9"/>
          <p:cNvSpPr txBox="1">
            <a:spLocks noGrp="1"/>
          </p:cNvSpPr>
          <p:nvPr>
            <p:ph type="body" idx="1"/>
          </p:nvPr>
        </p:nvSpPr>
        <p:spPr>
          <a:xfrm>
            <a:off x="382225" y="4957200"/>
            <a:ext cx="3521075" cy="1022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19"/>
          <p:cNvSpPr txBox="1">
            <a:spLocks noGrp="1"/>
          </p:cNvSpPr>
          <p:nvPr>
            <p:ph type="body" idx="2"/>
          </p:nvPr>
        </p:nvSpPr>
        <p:spPr>
          <a:xfrm>
            <a:off x="382225" y="2367419"/>
            <a:ext cx="4565650" cy="574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19"/>
          <p:cNvSpPr txBox="1">
            <a:spLocks noGrp="1"/>
          </p:cNvSpPr>
          <p:nvPr>
            <p:ph type="body" idx="3"/>
          </p:nvPr>
        </p:nvSpPr>
        <p:spPr>
          <a:xfrm>
            <a:off x="382225" y="3023510"/>
            <a:ext cx="4565650" cy="494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55" name="Google Shape;55;p19"/>
          <p:cNvPicPr preferRelativeResize="0"/>
          <p:nvPr/>
        </p:nvPicPr>
        <p:blipFill rotWithShape="1">
          <a:blip r:embed="rId2">
            <a:alphaModFix/>
          </a:blip>
          <a:srcRect l="87" t="46239" r="43156" b="-23"/>
          <a:stretch/>
        </p:blipFill>
        <p:spPr>
          <a:xfrm>
            <a:off x="8170817" y="1"/>
            <a:ext cx="4021185" cy="4858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9"/>
          <p:cNvPicPr preferRelativeResize="0"/>
          <p:nvPr/>
        </p:nvPicPr>
        <p:blipFill rotWithShape="1">
          <a:blip r:embed="rId3">
            <a:alphaModFix/>
          </a:blip>
          <a:srcRect t="32199" b="32199"/>
          <a:stretch/>
        </p:blipFill>
        <p:spPr>
          <a:xfrm>
            <a:off x="198783" y="479498"/>
            <a:ext cx="2669441" cy="71278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70230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 (White-pattern)">
  <p:cSld name="Section header (White-pattern)">
    <p:bg>
      <p:bgPr>
        <a:solidFill>
          <a:schemeClr val="lt1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0"/>
          <p:cNvSpPr txBox="1">
            <a:spLocks noGrp="1"/>
          </p:cNvSpPr>
          <p:nvPr>
            <p:ph type="body" idx="1"/>
          </p:nvPr>
        </p:nvSpPr>
        <p:spPr>
          <a:xfrm>
            <a:off x="371475" y="2257200"/>
            <a:ext cx="5632450" cy="19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 b="0">
                <a:solidFill>
                  <a:schemeClr val="lt1"/>
                </a:solidFill>
              </a:defRPr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59" name="Google Shape;59;p20"/>
          <p:cNvSpPr txBox="1">
            <a:spLocks noGrp="1"/>
          </p:cNvSpPr>
          <p:nvPr>
            <p:ph type="body" idx="2"/>
          </p:nvPr>
        </p:nvSpPr>
        <p:spPr>
          <a:xfrm>
            <a:off x="371839" y="1713332"/>
            <a:ext cx="5632085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18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 b="0">
                <a:solidFill>
                  <a:schemeClr val="dk1"/>
                </a:solidFill>
              </a:defRPr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pic>
        <p:nvPicPr>
          <p:cNvPr id="60" name="Google Shape;60;p20"/>
          <p:cNvPicPr preferRelativeResize="0"/>
          <p:nvPr/>
        </p:nvPicPr>
        <p:blipFill rotWithShape="1">
          <a:blip r:embed="rId2">
            <a:alphaModFix/>
          </a:blip>
          <a:srcRect l="-21753" t="22535" r="63909" b="22342"/>
          <a:stretch/>
        </p:blipFill>
        <p:spPr>
          <a:xfrm>
            <a:off x="6505303" y="-51505"/>
            <a:ext cx="5686697" cy="6909506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20"/>
          <p:cNvSpPr>
            <a:spLocks noGrp="1"/>
          </p:cNvSpPr>
          <p:nvPr>
            <p:ph type="pic" idx="3"/>
          </p:nvPr>
        </p:nvSpPr>
        <p:spPr>
          <a:xfrm>
            <a:off x="8635326" y="-51505"/>
            <a:ext cx="2840091" cy="2840091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378960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2 x content + headings - no sub heading">
  <p:cSld name="Title and 2 x content + headings - no sub heading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1"/>
          <p:cNvSpPr txBox="1">
            <a:spLocks noGrp="1"/>
          </p:cNvSpPr>
          <p:nvPr>
            <p:ph type="title"/>
          </p:nvPr>
        </p:nvSpPr>
        <p:spPr>
          <a:xfrm>
            <a:off x="371475" y="407734"/>
            <a:ext cx="11455400" cy="4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1"/>
          <p:cNvSpPr txBox="1">
            <a:spLocks noGrp="1"/>
          </p:cNvSpPr>
          <p:nvPr>
            <p:ph type="sldNum" idx="12"/>
          </p:nvPr>
        </p:nvSpPr>
        <p:spPr>
          <a:xfrm>
            <a:off x="9080211" y="6369050"/>
            <a:ext cx="2743200" cy="19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" name="Google Shape;65;p21"/>
          <p:cNvSpPr txBox="1">
            <a:spLocks noGrp="1"/>
          </p:cNvSpPr>
          <p:nvPr>
            <p:ph type="ftr" idx="11"/>
          </p:nvPr>
        </p:nvSpPr>
        <p:spPr>
          <a:xfrm>
            <a:off x="2065327" y="6369050"/>
            <a:ext cx="6533107" cy="19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1"/>
          <p:cNvSpPr txBox="1">
            <a:spLocks noGrp="1"/>
          </p:cNvSpPr>
          <p:nvPr>
            <p:ph type="body" idx="1"/>
          </p:nvPr>
        </p:nvSpPr>
        <p:spPr>
          <a:xfrm>
            <a:off x="360363" y="1710000"/>
            <a:ext cx="5626800" cy="6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21"/>
          <p:cNvSpPr txBox="1">
            <a:spLocks noGrp="1"/>
          </p:cNvSpPr>
          <p:nvPr>
            <p:ph type="body" idx="2"/>
          </p:nvPr>
        </p:nvSpPr>
        <p:spPr>
          <a:xfrm>
            <a:off x="360363" y="2376000"/>
            <a:ext cx="5626800" cy="33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21"/>
          <p:cNvSpPr txBox="1">
            <a:spLocks noGrp="1"/>
          </p:cNvSpPr>
          <p:nvPr>
            <p:ph type="body" idx="3"/>
          </p:nvPr>
        </p:nvSpPr>
        <p:spPr>
          <a:xfrm>
            <a:off x="6202800" y="1710000"/>
            <a:ext cx="5626800" cy="604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21"/>
          <p:cNvSpPr txBox="1">
            <a:spLocks noGrp="1"/>
          </p:cNvSpPr>
          <p:nvPr>
            <p:ph type="body" idx="4"/>
          </p:nvPr>
        </p:nvSpPr>
        <p:spPr>
          <a:xfrm>
            <a:off x="6202363" y="2376488"/>
            <a:ext cx="5626800" cy="3343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17647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2 x content">
  <p:cSld name="Title and 2 x conten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2"/>
          <p:cNvSpPr txBox="1">
            <a:spLocks noGrp="1"/>
          </p:cNvSpPr>
          <p:nvPr>
            <p:ph type="title"/>
          </p:nvPr>
        </p:nvSpPr>
        <p:spPr>
          <a:xfrm>
            <a:off x="371475" y="407734"/>
            <a:ext cx="11455400" cy="4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2"/>
          <p:cNvSpPr txBox="1">
            <a:spLocks noGrp="1"/>
          </p:cNvSpPr>
          <p:nvPr>
            <p:ph type="sldNum" idx="12"/>
          </p:nvPr>
        </p:nvSpPr>
        <p:spPr>
          <a:xfrm>
            <a:off x="9080211" y="6369050"/>
            <a:ext cx="2743200" cy="19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" name="Google Shape;73;p22"/>
          <p:cNvSpPr txBox="1">
            <a:spLocks noGrp="1"/>
          </p:cNvSpPr>
          <p:nvPr>
            <p:ph type="ftr" idx="11"/>
          </p:nvPr>
        </p:nvSpPr>
        <p:spPr>
          <a:xfrm>
            <a:off x="2065327" y="6369050"/>
            <a:ext cx="6533107" cy="19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2"/>
          <p:cNvSpPr txBox="1">
            <a:spLocks noGrp="1"/>
          </p:cNvSpPr>
          <p:nvPr>
            <p:ph type="body" idx="1"/>
          </p:nvPr>
        </p:nvSpPr>
        <p:spPr>
          <a:xfrm>
            <a:off x="360363" y="1710000"/>
            <a:ext cx="5626800" cy="39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75" name="Google Shape;75;p22"/>
          <p:cNvSpPr txBox="1">
            <a:spLocks noGrp="1"/>
          </p:cNvSpPr>
          <p:nvPr>
            <p:ph type="body" idx="2"/>
          </p:nvPr>
        </p:nvSpPr>
        <p:spPr>
          <a:xfrm>
            <a:off x="6200965" y="1710000"/>
            <a:ext cx="5626800" cy="399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22"/>
          <p:cNvSpPr txBox="1">
            <a:spLocks noGrp="1"/>
          </p:cNvSpPr>
          <p:nvPr>
            <p:ph type="body" idx="3"/>
          </p:nvPr>
        </p:nvSpPr>
        <p:spPr>
          <a:xfrm>
            <a:off x="360363" y="910800"/>
            <a:ext cx="11466000" cy="3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1400"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36943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1 col SH">
  <p:cSld name="Content 1 col SH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3"/>
          <p:cNvSpPr txBox="1">
            <a:spLocks noGrp="1"/>
          </p:cNvSpPr>
          <p:nvPr>
            <p:ph type="body" idx="1"/>
          </p:nvPr>
        </p:nvSpPr>
        <p:spPr>
          <a:xfrm>
            <a:off x="371475" y="1449388"/>
            <a:ext cx="11454887" cy="4500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23"/>
          <p:cNvSpPr txBox="1">
            <a:spLocks noGrp="1"/>
          </p:cNvSpPr>
          <p:nvPr>
            <p:ph type="title"/>
          </p:nvPr>
        </p:nvSpPr>
        <p:spPr>
          <a:xfrm>
            <a:off x="371475" y="407734"/>
            <a:ext cx="11449050" cy="4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3"/>
          <p:cNvSpPr txBox="1">
            <a:spLocks noGrp="1"/>
          </p:cNvSpPr>
          <p:nvPr>
            <p:ph type="body" idx="2"/>
          </p:nvPr>
        </p:nvSpPr>
        <p:spPr>
          <a:xfrm>
            <a:off x="371475" y="855395"/>
            <a:ext cx="11449050" cy="296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1400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81" name="Google Shape;81;p23"/>
          <p:cNvSpPr txBox="1">
            <a:spLocks noGrp="1"/>
          </p:cNvSpPr>
          <p:nvPr>
            <p:ph type="ftr" idx="11"/>
          </p:nvPr>
        </p:nvSpPr>
        <p:spPr>
          <a:xfrm>
            <a:off x="2065327" y="6369050"/>
            <a:ext cx="6533107" cy="19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3"/>
          <p:cNvSpPr txBox="1">
            <a:spLocks noGrp="1"/>
          </p:cNvSpPr>
          <p:nvPr>
            <p:ph type="sldNum" idx="12"/>
          </p:nvPr>
        </p:nvSpPr>
        <p:spPr>
          <a:xfrm>
            <a:off x="9080211" y="6369050"/>
            <a:ext cx="2743200" cy="19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Presentation Name |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06814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 (Gradient-pattern)">
  <p:cSld name="Thank you (Gradient-pattern)">
    <p:bg>
      <p:bgPr>
        <a:gradFill>
          <a:gsLst>
            <a:gs pos="0">
              <a:schemeClr val="lt2"/>
            </a:gs>
            <a:gs pos="100000">
              <a:schemeClr val="accent2"/>
            </a:gs>
          </a:gsLst>
          <a:lin ang="0" scaled="0"/>
        </a:gra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4"/>
          <p:cNvSpPr txBox="1">
            <a:spLocks noGrp="1"/>
          </p:cNvSpPr>
          <p:nvPr>
            <p:ph type="subTitle" idx="1"/>
          </p:nvPr>
        </p:nvSpPr>
        <p:spPr>
          <a:xfrm>
            <a:off x="371475" y="3363735"/>
            <a:ext cx="3520800" cy="30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85" name="Google Shape;85;p24"/>
          <p:cNvSpPr txBox="1">
            <a:spLocks noGrp="1"/>
          </p:cNvSpPr>
          <p:nvPr>
            <p:ph type="ctrTitle"/>
          </p:nvPr>
        </p:nvSpPr>
        <p:spPr>
          <a:xfrm>
            <a:off x="371475" y="2644587"/>
            <a:ext cx="3520800" cy="531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1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4"/>
          <p:cNvSpPr txBox="1">
            <a:spLocks noGrp="1"/>
          </p:cNvSpPr>
          <p:nvPr>
            <p:ph type="body" idx="2"/>
          </p:nvPr>
        </p:nvSpPr>
        <p:spPr>
          <a:xfrm>
            <a:off x="371475" y="3764572"/>
            <a:ext cx="3521075" cy="30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87" name="Google Shape;87;p24"/>
          <p:cNvPicPr preferRelativeResize="0"/>
          <p:nvPr/>
        </p:nvPicPr>
        <p:blipFill rotWithShape="1">
          <a:blip r:embed="rId2">
            <a:alphaModFix/>
          </a:blip>
          <a:srcRect l="87" t="46239" r="43156" b="-23"/>
          <a:stretch/>
        </p:blipFill>
        <p:spPr>
          <a:xfrm>
            <a:off x="8170817" y="1"/>
            <a:ext cx="4021185" cy="4858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24"/>
          <p:cNvPicPr preferRelativeResize="0"/>
          <p:nvPr/>
        </p:nvPicPr>
        <p:blipFill rotWithShape="1">
          <a:blip r:embed="rId3">
            <a:alphaModFix/>
          </a:blip>
          <a:srcRect t="32199" b="32199"/>
          <a:stretch/>
        </p:blipFill>
        <p:spPr>
          <a:xfrm>
            <a:off x="198783" y="5593558"/>
            <a:ext cx="2669441" cy="71278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60588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1 (Blue-pattern)">
  <p:cSld name="Title slide 1 (Blue-pattern)">
    <p:bg>
      <p:bgPr>
        <a:solidFill>
          <a:schemeClr val="lt2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5"/>
          <p:cNvSpPr txBox="1">
            <a:spLocks noGrp="1"/>
          </p:cNvSpPr>
          <p:nvPr>
            <p:ph type="body" idx="1"/>
          </p:nvPr>
        </p:nvSpPr>
        <p:spPr>
          <a:xfrm>
            <a:off x="382225" y="4957200"/>
            <a:ext cx="3521075" cy="1022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91" name="Google Shape;91;p25"/>
          <p:cNvPicPr preferRelativeResize="0"/>
          <p:nvPr/>
        </p:nvPicPr>
        <p:blipFill rotWithShape="1">
          <a:blip r:embed="rId2">
            <a:alphaModFix/>
          </a:blip>
          <a:srcRect l="-375" t="5263" r="57086" b="44062"/>
          <a:stretch/>
        </p:blipFill>
        <p:spPr>
          <a:xfrm>
            <a:off x="8670926" y="1593264"/>
            <a:ext cx="3521075" cy="525519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5"/>
          <p:cNvSpPr txBox="1">
            <a:spLocks noGrp="1"/>
          </p:cNvSpPr>
          <p:nvPr>
            <p:ph type="body" idx="2"/>
          </p:nvPr>
        </p:nvSpPr>
        <p:spPr>
          <a:xfrm>
            <a:off x="382225" y="2367419"/>
            <a:ext cx="4565650" cy="574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25"/>
          <p:cNvSpPr txBox="1">
            <a:spLocks noGrp="1"/>
          </p:cNvSpPr>
          <p:nvPr>
            <p:ph type="body" idx="3"/>
          </p:nvPr>
        </p:nvSpPr>
        <p:spPr>
          <a:xfrm>
            <a:off x="382225" y="3023510"/>
            <a:ext cx="4565650" cy="494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94" name="Google Shape;94;p25"/>
          <p:cNvPicPr preferRelativeResize="0"/>
          <p:nvPr/>
        </p:nvPicPr>
        <p:blipFill rotWithShape="1">
          <a:blip r:embed="rId3">
            <a:alphaModFix/>
          </a:blip>
          <a:srcRect t="32199" b="32199"/>
          <a:stretch/>
        </p:blipFill>
        <p:spPr>
          <a:xfrm>
            <a:off x="198783" y="479498"/>
            <a:ext cx="2669441" cy="71278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73821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1 (Teal-pattern)">
  <p:cSld name="Title slide 1 (Teal-pattern)">
    <p:bg>
      <p:bgPr>
        <a:solidFill>
          <a:schemeClr val="dk2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6"/>
          <p:cNvSpPr txBox="1">
            <a:spLocks noGrp="1"/>
          </p:cNvSpPr>
          <p:nvPr>
            <p:ph type="body" idx="1"/>
          </p:nvPr>
        </p:nvSpPr>
        <p:spPr>
          <a:xfrm>
            <a:off x="382225" y="4957200"/>
            <a:ext cx="3521075" cy="1022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26"/>
          <p:cNvSpPr txBox="1">
            <a:spLocks noGrp="1"/>
          </p:cNvSpPr>
          <p:nvPr>
            <p:ph type="body" idx="2"/>
          </p:nvPr>
        </p:nvSpPr>
        <p:spPr>
          <a:xfrm>
            <a:off x="382225" y="2367419"/>
            <a:ext cx="4565650" cy="574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8" name="Google Shape;98;p26"/>
          <p:cNvSpPr txBox="1">
            <a:spLocks noGrp="1"/>
          </p:cNvSpPr>
          <p:nvPr>
            <p:ph type="body" idx="3"/>
          </p:nvPr>
        </p:nvSpPr>
        <p:spPr>
          <a:xfrm>
            <a:off x="382225" y="3023510"/>
            <a:ext cx="4565650" cy="494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99" name="Google Shape;99;p26"/>
          <p:cNvPicPr preferRelativeResize="0"/>
          <p:nvPr/>
        </p:nvPicPr>
        <p:blipFill rotWithShape="1">
          <a:blip r:embed="rId2">
            <a:alphaModFix/>
          </a:blip>
          <a:srcRect l="-574" t="33902" r="57213" b="5160"/>
          <a:stretch/>
        </p:blipFill>
        <p:spPr>
          <a:xfrm>
            <a:off x="9163878" y="1"/>
            <a:ext cx="3028123" cy="54260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26"/>
          <p:cNvPicPr preferRelativeResize="0"/>
          <p:nvPr/>
        </p:nvPicPr>
        <p:blipFill rotWithShape="1">
          <a:blip r:embed="rId3">
            <a:alphaModFix/>
          </a:blip>
          <a:srcRect t="32199" b="32199"/>
          <a:stretch/>
        </p:blipFill>
        <p:spPr>
          <a:xfrm>
            <a:off x="198783" y="479498"/>
            <a:ext cx="2669441" cy="71278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78226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1 (White-pattern)">
  <p:cSld name="Title slide 1 (White-pattern)">
    <p:bg>
      <p:bgPr>
        <a:solidFill>
          <a:schemeClr val="lt1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7"/>
          <p:cNvSpPr txBox="1">
            <a:spLocks noGrp="1"/>
          </p:cNvSpPr>
          <p:nvPr>
            <p:ph type="body" idx="1"/>
          </p:nvPr>
        </p:nvSpPr>
        <p:spPr>
          <a:xfrm>
            <a:off x="382225" y="4957200"/>
            <a:ext cx="3521075" cy="1022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3" name="Google Shape;103;p27"/>
          <p:cNvSpPr txBox="1">
            <a:spLocks noGrp="1"/>
          </p:cNvSpPr>
          <p:nvPr>
            <p:ph type="body" idx="2"/>
          </p:nvPr>
        </p:nvSpPr>
        <p:spPr>
          <a:xfrm>
            <a:off x="382225" y="2367419"/>
            <a:ext cx="4565650" cy="574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4" name="Google Shape;104;p27"/>
          <p:cNvSpPr txBox="1">
            <a:spLocks noGrp="1"/>
          </p:cNvSpPr>
          <p:nvPr>
            <p:ph type="body" idx="3"/>
          </p:nvPr>
        </p:nvSpPr>
        <p:spPr>
          <a:xfrm>
            <a:off x="382225" y="3023510"/>
            <a:ext cx="4565650" cy="494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05" name="Google Shape;105;p27"/>
          <p:cNvPicPr preferRelativeResize="0"/>
          <p:nvPr/>
        </p:nvPicPr>
        <p:blipFill rotWithShape="1">
          <a:blip r:embed="rId2">
            <a:alphaModFix/>
          </a:blip>
          <a:srcRect l="-21753" t="22535" r="63909" b="22342"/>
          <a:stretch/>
        </p:blipFill>
        <p:spPr>
          <a:xfrm>
            <a:off x="8303701" y="2133601"/>
            <a:ext cx="3888300" cy="472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27"/>
          <p:cNvPicPr preferRelativeResize="0"/>
          <p:nvPr/>
        </p:nvPicPr>
        <p:blipFill rotWithShape="1">
          <a:blip r:embed="rId3">
            <a:alphaModFix/>
          </a:blip>
          <a:srcRect t="33183" b="33184"/>
          <a:stretch/>
        </p:blipFill>
        <p:spPr>
          <a:xfrm>
            <a:off x="203199" y="507030"/>
            <a:ext cx="2672373" cy="67406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59223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 (Teal)">
  <p:cSld name="Section header (Teal)">
    <p:bg>
      <p:bgPr>
        <a:solidFill>
          <a:schemeClr val="dk2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8"/>
          <p:cNvSpPr txBox="1">
            <a:spLocks noGrp="1"/>
          </p:cNvSpPr>
          <p:nvPr>
            <p:ph type="body" idx="1"/>
          </p:nvPr>
        </p:nvSpPr>
        <p:spPr>
          <a:xfrm>
            <a:off x="371475" y="2257200"/>
            <a:ext cx="5632450" cy="19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 b="0">
                <a:solidFill>
                  <a:schemeClr val="lt1"/>
                </a:solidFill>
              </a:defRPr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9" name="Google Shape;109;p28"/>
          <p:cNvSpPr txBox="1">
            <a:spLocks noGrp="1"/>
          </p:cNvSpPr>
          <p:nvPr>
            <p:ph type="body" idx="2"/>
          </p:nvPr>
        </p:nvSpPr>
        <p:spPr>
          <a:xfrm>
            <a:off x="371839" y="1713332"/>
            <a:ext cx="5632085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18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 b="0">
                <a:solidFill>
                  <a:schemeClr val="dk1"/>
                </a:solidFill>
              </a:defRPr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55805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 (White)">
  <p:cSld name="Section header (White)">
    <p:bg>
      <p:bgPr>
        <a:solidFill>
          <a:schemeClr val="lt1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9"/>
          <p:cNvSpPr txBox="1">
            <a:spLocks noGrp="1"/>
          </p:cNvSpPr>
          <p:nvPr>
            <p:ph type="body" idx="1"/>
          </p:nvPr>
        </p:nvSpPr>
        <p:spPr>
          <a:xfrm>
            <a:off x="371476" y="2258559"/>
            <a:ext cx="5632450" cy="19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 b="0">
                <a:solidFill>
                  <a:schemeClr val="dk1"/>
                </a:solidFill>
              </a:defRPr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2" name="Google Shape;112;p29"/>
          <p:cNvSpPr txBox="1">
            <a:spLocks noGrp="1"/>
          </p:cNvSpPr>
          <p:nvPr>
            <p:ph type="body" idx="2"/>
          </p:nvPr>
        </p:nvSpPr>
        <p:spPr>
          <a:xfrm>
            <a:off x="371474" y="1713600"/>
            <a:ext cx="5632449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18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 b="0">
                <a:solidFill>
                  <a:schemeClr val="dk1"/>
                </a:solidFill>
              </a:defRPr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03662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 (Gradient)">
  <p:cSld name="Section header (Gradient)">
    <p:bg>
      <p:bgPr>
        <a:gradFill>
          <a:gsLst>
            <a:gs pos="0">
              <a:schemeClr val="lt2"/>
            </a:gs>
            <a:gs pos="100000">
              <a:schemeClr val="accent2"/>
            </a:gs>
          </a:gsLst>
          <a:lin ang="0" scaled="0"/>
        </a:gra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0"/>
          <p:cNvSpPr txBox="1">
            <a:spLocks noGrp="1"/>
          </p:cNvSpPr>
          <p:nvPr>
            <p:ph type="body" idx="1"/>
          </p:nvPr>
        </p:nvSpPr>
        <p:spPr>
          <a:xfrm>
            <a:off x="371475" y="2257200"/>
            <a:ext cx="5632450" cy="19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 b="0">
                <a:solidFill>
                  <a:schemeClr val="lt1"/>
                </a:solidFill>
              </a:defRPr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5" name="Google Shape;115;p30"/>
          <p:cNvSpPr txBox="1">
            <a:spLocks noGrp="1"/>
          </p:cNvSpPr>
          <p:nvPr>
            <p:ph type="body" idx="2"/>
          </p:nvPr>
        </p:nvSpPr>
        <p:spPr>
          <a:xfrm>
            <a:off x="371840" y="1713332"/>
            <a:ext cx="572416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18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 b="0">
                <a:solidFill>
                  <a:schemeClr val="dk1"/>
                </a:solidFill>
              </a:defRPr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32489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 (Blue-pattern)">
  <p:cSld name="Section header (Blue-pattern)">
    <p:bg>
      <p:bgPr>
        <a:solidFill>
          <a:schemeClr val="lt2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1"/>
          <p:cNvSpPr txBox="1">
            <a:spLocks noGrp="1"/>
          </p:cNvSpPr>
          <p:nvPr>
            <p:ph type="body" idx="1"/>
          </p:nvPr>
        </p:nvSpPr>
        <p:spPr>
          <a:xfrm>
            <a:off x="371475" y="2257200"/>
            <a:ext cx="5632450" cy="19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 b="0">
                <a:solidFill>
                  <a:schemeClr val="lt1"/>
                </a:solidFill>
              </a:defRPr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31"/>
          <p:cNvSpPr txBox="1">
            <a:spLocks noGrp="1"/>
          </p:cNvSpPr>
          <p:nvPr>
            <p:ph type="body" idx="2"/>
          </p:nvPr>
        </p:nvSpPr>
        <p:spPr>
          <a:xfrm>
            <a:off x="371839" y="1713332"/>
            <a:ext cx="5632085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18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 b="0">
                <a:solidFill>
                  <a:schemeClr val="dk1"/>
                </a:solidFill>
              </a:defRPr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19" name="Google Shape;119;p31"/>
          <p:cNvPicPr preferRelativeResize="0"/>
          <p:nvPr/>
        </p:nvPicPr>
        <p:blipFill rotWithShape="1">
          <a:blip r:embed="rId2">
            <a:alphaModFix/>
          </a:blip>
          <a:srcRect l="-12771" t="11867" r="65383" b="33691"/>
          <a:stretch/>
        </p:blipFill>
        <p:spPr>
          <a:xfrm>
            <a:off x="7521091" y="1"/>
            <a:ext cx="4681859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31"/>
          <p:cNvSpPr>
            <a:spLocks noGrp="1"/>
          </p:cNvSpPr>
          <p:nvPr>
            <p:ph type="pic" idx="3"/>
          </p:nvPr>
        </p:nvSpPr>
        <p:spPr>
          <a:xfrm>
            <a:off x="8729260" y="1266092"/>
            <a:ext cx="2924211" cy="2924211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156081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 (Teal-pattern)">
  <p:cSld name="Section header (Teal-pattern)">
    <p:bg>
      <p:bgPr>
        <a:solidFill>
          <a:schemeClr val="dk2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2"/>
          <p:cNvSpPr txBox="1">
            <a:spLocks noGrp="1"/>
          </p:cNvSpPr>
          <p:nvPr>
            <p:ph type="body" idx="1"/>
          </p:nvPr>
        </p:nvSpPr>
        <p:spPr>
          <a:xfrm>
            <a:off x="371475" y="2257200"/>
            <a:ext cx="5632450" cy="19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 b="0">
                <a:solidFill>
                  <a:schemeClr val="lt1"/>
                </a:solidFill>
              </a:defRPr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3" name="Google Shape;123;p32"/>
          <p:cNvSpPr txBox="1">
            <a:spLocks noGrp="1"/>
          </p:cNvSpPr>
          <p:nvPr>
            <p:ph type="body" idx="2"/>
          </p:nvPr>
        </p:nvSpPr>
        <p:spPr>
          <a:xfrm>
            <a:off x="371839" y="1713332"/>
            <a:ext cx="5632085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18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 b="0">
                <a:solidFill>
                  <a:schemeClr val="dk1"/>
                </a:solidFill>
              </a:defRPr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24" name="Google Shape;124;p32"/>
          <p:cNvPicPr preferRelativeResize="0"/>
          <p:nvPr/>
        </p:nvPicPr>
        <p:blipFill rotWithShape="1">
          <a:blip r:embed="rId2">
            <a:alphaModFix/>
          </a:blip>
          <a:srcRect l="-9478" t="33902" r="50000" b="5160"/>
          <a:stretch/>
        </p:blipFill>
        <p:spPr>
          <a:xfrm>
            <a:off x="6873139" y="1"/>
            <a:ext cx="5318863" cy="6948302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32"/>
          <p:cNvSpPr>
            <a:spLocks noGrp="1"/>
          </p:cNvSpPr>
          <p:nvPr>
            <p:ph type="pic" idx="3"/>
          </p:nvPr>
        </p:nvSpPr>
        <p:spPr>
          <a:xfrm>
            <a:off x="8998664" y="3699989"/>
            <a:ext cx="2588751" cy="2588751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328314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3"/>
          <p:cNvSpPr>
            <a:spLocks noGrp="1"/>
          </p:cNvSpPr>
          <p:nvPr>
            <p:ph type="pic" idx="2"/>
          </p:nvPr>
        </p:nvSpPr>
        <p:spPr>
          <a:xfrm>
            <a:off x="7162800" y="404813"/>
            <a:ext cx="4657725" cy="5545137"/>
          </a:xfrm>
          <a:prstGeom prst="rect">
            <a:avLst/>
          </a:prstGeom>
          <a:noFill/>
          <a:ln>
            <a:noFill/>
          </a:ln>
        </p:spPr>
      </p:sp>
      <p:sp>
        <p:nvSpPr>
          <p:cNvPr id="128" name="Google Shape;128;p33"/>
          <p:cNvSpPr txBox="1">
            <a:spLocks noGrp="1"/>
          </p:cNvSpPr>
          <p:nvPr>
            <p:ph type="title"/>
          </p:nvPr>
        </p:nvSpPr>
        <p:spPr>
          <a:xfrm>
            <a:off x="371475" y="404813"/>
            <a:ext cx="6011218" cy="4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33"/>
          <p:cNvSpPr txBox="1">
            <a:spLocks noGrp="1"/>
          </p:cNvSpPr>
          <p:nvPr>
            <p:ph type="body" idx="1"/>
          </p:nvPr>
        </p:nvSpPr>
        <p:spPr>
          <a:xfrm>
            <a:off x="371475" y="1449388"/>
            <a:ext cx="6610350" cy="4500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0" name="Google Shape;130;p33"/>
          <p:cNvSpPr txBox="1">
            <a:spLocks noGrp="1"/>
          </p:cNvSpPr>
          <p:nvPr>
            <p:ph type="ftr" idx="11"/>
          </p:nvPr>
        </p:nvSpPr>
        <p:spPr>
          <a:xfrm>
            <a:off x="2065327" y="6369050"/>
            <a:ext cx="6533107" cy="19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33"/>
          <p:cNvSpPr txBox="1">
            <a:spLocks noGrp="1"/>
          </p:cNvSpPr>
          <p:nvPr>
            <p:ph type="sldNum" idx="12"/>
          </p:nvPr>
        </p:nvSpPr>
        <p:spPr>
          <a:xfrm>
            <a:off x="9080211" y="6369050"/>
            <a:ext cx="2743200" cy="19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Presentation Name |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1264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clusion">
  <p:cSld name="Conclusion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4"/>
          <p:cNvSpPr>
            <a:spLocks noGrp="1"/>
          </p:cNvSpPr>
          <p:nvPr>
            <p:ph type="pic" idx="2"/>
          </p:nvPr>
        </p:nvSpPr>
        <p:spPr>
          <a:xfrm>
            <a:off x="7162800" y="404813"/>
            <a:ext cx="4657725" cy="5545137"/>
          </a:xfrm>
          <a:prstGeom prst="rect">
            <a:avLst/>
          </a:prstGeom>
          <a:noFill/>
          <a:ln>
            <a:noFill/>
          </a:ln>
        </p:spPr>
      </p:sp>
      <p:sp>
        <p:nvSpPr>
          <p:cNvPr id="134" name="Google Shape;134;p34"/>
          <p:cNvSpPr txBox="1">
            <a:spLocks noGrp="1"/>
          </p:cNvSpPr>
          <p:nvPr>
            <p:ph type="title"/>
          </p:nvPr>
        </p:nvSpPr>
        <p:spPr>
          <a:xfrm>
            <a:off x="371475" y="404813"/>
            <a:ext cx="6011218" cy="4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34"/>
          <p:cNvSpPr txBox="1">
            <a:spLocks noGrp="1"/>
          </p:cNvSpPr>
          <p:nvPr>
            <p:ph type="body" idx="1"/>
          </p:nvPr>
        </p:nvSpPr>
        <p:spPr>
          <a:xfrm>
            <a:off x="371475" y="1449388"/>
            <a:ext cx="6610350" cy="4500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6" name="Google Shape;136;p34"/>
          <p:cNvSpPr txBox="1">
            <a:spLocks noGrp="1"/>
          </p:cNvSpPr>
          <p:nvPr>
            <p:ph type="ftr" idx="11"/>
          </p:nvPr>
        </p:nvSpPr>
        <p:spPr>
          <a:xfrm>
            <a:off x="2065327" y="6369050"/>
            <a:ext cx="6533107" cy="19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34"/>
          <p:cNvSpPr txBox="1">
            <a:spLocks noGrp="1"/>
          </p:cNvSpPr>
          <p:nvPr>
            <p:ph type="sldNum" idx="12"/>
          </p:nvPr>
        </p:nvSpPr>
        <p:spPr>
          <a:xfrm>
            <a:off x="9080211" y="6369050"/>
            <a:ext cx="2743200" cy="19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Presentation Name |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75948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1 col SH H">
  <p:cSld name="Content 1 col SH H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5"/>
          <p:cNvSpPr txBox="1">
            <a:spLocks noGrp="1"/>
          </p:cNvSpPr>
          <p:nvPr>
            <p:ph type="body" idx="1"/>
          </p:nvPr>
        </p:nvSpPr>
        <p:spPr>
          <a:xfrm>
            <a:off x="371475" y="1449388"/>
            <a:ext cx="11453450" cy="591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0" name="Google Shape;140;p35"/>
          <p:cNvSpPr txBox="1">
            <a:spLocks noGrp="1"/>
          </p:cNvSpPr>
          <p:nvPr>
            <p:ph type="body" idx="2"/>
          </p:nvPr>
        </p:nvSpPr>
        <p:spPr>
          <a:xfrm>
            <a:off x="371474" y="2120630"/>
            <a:ext cx="11454525" cy="382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1" name="Google Shape;141;p35"/>
          <p:cNvSpPr txBox="1">
            <a:spLocks noGrp="1"/>
          </p:cNvSpPr>
          <p:nvPr>
            <p:ph type="title"/>
          </p:nvPr>
        </p:nvSpPr>
        <p:spPr>
          <a:xfrm>
            <a:off x="371475" y="407734"/>
            <a:ext cx="11449050" cy="4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35"/>
          <p:cNvSpPr txBox="1">
            <a:spLocks noGrp="1"/>
          </p:cNvSpPr>
          <p:nvPr>
            <p:ph type="body" idx="3"/>
          </p:nvPr>
        </p:nvSpPr>
        <p:spPr>
          <a:xfrm>
            <a:off x="371475" y="831600"/>
            <a:ext cx="11449050" cy="296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1600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43" name="Google Shape;143;p35"/>
          <p:cNvSpPr txBox="1">
            <a:spLocks noGrp="1"/>
          </p:cNvSpPr>
          <p:nvPr>
            <p:ph type="ftr" idx="11"/>
          </p:nvPr>
        </p:nvSpPr>
        <p:spPr>
          <a:xfrm>
            <a:off x="2065327" y="6369050"/>
            <a:ext cx="6533107" cy="19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35"/>
          <p:cNvSpPr txBox="1">
            <a:spLocks noGrp="1"/>
          </p:cNvSpPr>
          <p:nvPr>
            <p:ph type="sldNum" idx="12"/>
          </p:nvPr>
        </p:nvSpPr>
        <p:spPr>
          <a:xfrm>
            <a:off x="9080211" y="6369050"/>
            <a:ext cx="2743200" cy="19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Presentation Name |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31677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2 col SH" userDrawn="1">
  <p:cSld name="Content 2 col SH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6"/>
          <p:cNvSpPr txBox="1">
            <a:spLocks noGrp="1"/>
          </p:cNvSpPr>
          <p:nvPr>
            <p:ph type="body" idx="1"/>
          </p:nvPr>
        </p:nvSpPr>
        <p:spPr>
          <a:xfrm>
            <a:off x="371475" y="1449343"/>
            <a:ext cx="5632450" cy="4500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7" name="Google Shape;147;p36"/>
          <p:cNvSpPr txBox="1">
            <a:spLocks noGrp="1"/>
          </p:cNvSpPr>
          <p:nvPr>
            <p:ph type="body" idx="2"/>
          </p:nvPr>
        </p:nvSpPr>
        <p:spPr>
          <a:xfrm>
            <a:off x="6195313" y="1449388"/>
            <a:ext cx="5632451" cy="4500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8" name="Google Shape;148;p36"/>
          <p:cNvSpPr txBox="1">
            <a:spLocks noGrp="1"/>
          </p:cNvSpPr>
          <p:nvPr>
            <p:ph type="title"/>
          </p:nvPr>
        </p:nvSpPr>
        <p:spPr>
          <a:xfrm>
            <a:off x="371475" y="407734"/>
            <a:ext cx="11449050" cy="4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36"/>
          <p:cNvSpPr txBox="1">
            <a:spLocks noGrp="1"/>
          </p:cNvSpPr>
          <p:nvPr>
            <p:ph type="ftr" idx="11"/>
          </p:nvPr>
        </p:nvSpPr>
        <p:spPr>
          <a:xfrm>
            <a:off x="2065327" y="6369050"/>
            <a:ext cx="6533107" cy="19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36"/>
          <p:cNvSpPr txBox="1">
            <a:spLocks noGrp="1"/>
          </p:cNvSpPr>
          <p:nvPr>
            <p:ph type="sldNum" idx="12"/>
          </p:nvPr>
        </p:nvSpPr>
        <p:spPr>
          <a:xfrm>
            <a:off x="9080211" y="6369050"/>
            <a:ext cx="2743200" cy="19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Presentation Name |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" name="Google Shape;142;p35">
            <a:extLst>
              <a:ext uri="{FF2B5EF4-FFF2-40B4-BE49-F238E27FC236}">
                <a16:creationId xmlns:a16="http://schemas.microsoft.com/office/drawing/2014/main" id="{7F58260A-E841-4A5C-AB44-727C5E8BDF20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371475" y="831600"/>
            <a:ext cx="11449050" cy="296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1600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91399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2 col SH H" userDrawn="1">
  <p:cSld name="Content 2 col SH H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7"/>
          <p:cNvSpPr txBox="1">
            <a:spLocks noGrp="1"/>
          </p:cNvSpPr>
          <p:nvPr>
            <p:ph type="body" idx="1"/>
          </p:nvPr>
        </p:nvSpPr>
        <p:spPr>
          <a:xfrm>
            <a:off x="371475" y="1453687"/>
            <a:ext cx="5632450" cy="6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4" name="Google Shape;154;p37"/>
          <p:cNvSpPr txBox="1">
            <a:spLocks noGrp="1"/>
          </p:cNvSpPr>
          <p:nvPr>
            <p:ph type="body" idx="2"/>
          </p:nvPr>
        </p:nvSpPr>
        <p:spPr>
          <a:xfrm>
            <a:off x="371475" y="2187703"/>
            <a:ext cx="5632450" cy="3762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5" name="Google Shape;155;p37"/>
          <p:cNvSpPr txBox="1">
            <a:spLocks noGrp="1"/>
          </p:cNvSpPr>
          <p:nvPr>
            <p:ph type="body" idx="3"/>
          </p:nvPr>
        </p:nvSpPr>
        <p:spPr>
          <a:xfrm>
            <a:off x="6197150" y="1453687"/>
            <a:ext cx="5623375" cy="604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p37"/>
          <p:cNvSpPr txBox="1">
            <a:spLocks noGrp="1"/>
          </p:cNvSpPr>
          <p:nvPr>
            <p:ph type="body" idx="4"/>
          </p:nvPr>
        </p:nvSpPr>
        <p:spPr>
          <a:xfrm>
            <a:off x="6197150" y="2188254"/>
            <a:ext cx="5623375" cy="3761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7" name="Google Shape;157;p37"/>
          <p:cNvSpPr txBox="1">
            <a:spLocks noGrp="1"/>
          </p:cNvSpPr>
          <p:nvPr>
            <p:ph type="title"/>
          </p:nvPr>
        </p:nvSpPr>
        <p:spPr>
          <a:xfrm>
            <a:off x="371475" y="407734"/>
            <a:ext cx="11449050" cy="4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37"/>
          <p:cNvSpPr txBox="1">
            <a:spLocks noGrp="1"/>
          </p:cNvSpPr>
          <p:nvPr>
            <p:ph type="ftr" idx="11"/>
          </p:nvPr>
        </p:nvSpPr>
        <p:spPr>
          <a:xfrm>
            <a:off x="2065327" y="6369050"/>
            <a:ext cx="6533107" cy="19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37"/>
          <p:cNvSpPr txBox="1">
            <a:spLocks noGrp="1"/>
          </p:cNvSpPr>
          <p:nvPr>
            <p:ph type="sldNum" idx="12"/>
          </p:nvPr>
        </p:nvSpPr>
        <p:spPr>
          <a:xfrm>
            <a:off x="9080211" y="6369050"/>
            <a:ext cx="2743200" cy="19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Presentation Name |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" name="Google Shape;142;p35">
            <a:extLst>
              <a:ext uri="{FF2B5EF4-FFF2-40B4-BE49-F238E27FC236}">
                <a16:creationId xmlns:a16="http://schemas.microsoft.com/office/drawing/2014/main" id="{40DD4AF5-E360-5565-F622-4012AF814051}"/>
              </a:ext>
            </a:extLst>
          </p:cNvPr>
          <p:cNvSpPr txBox="1">
            <a:spLocks noGrp="1"/>
          </p:cNvSpPr>
          <p:nvPr>
            <p:ph type="body" idx="13"/>
          </p:nvPr>
        </p:nvSpPr>
        <p:spPr>
          <a:xfrm>
            <a:off x="371475" y="831600"/>
            <a:ext cx="11449050" cy="296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1600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68776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3 col SH" userDrawn="1">
  <p:cSld name="Content 3 col SH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8"/>
          <p:cNvSpPr txBox="1">
            <a:spLocks noGrp="1"/>
          </p:cNvSpPr>
          <p:nvPr>
            <p:ph type="body" idx="1"/>
          </p:nvPr>
        </p:nvSpPr>
        <p:spPr>
          <a:xfrm>
            <a:off x="371474" y="1449388"/>
            <a:ext cx="3660887" cy="4500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3" name="Google Shape;163;p38"/>
          <p:cNvSpPr txBox="1">
            <a:spLocks noGrp="1"/>
          </p:cNvSpPr>
          <p:nvPr>
            <p:ph type="body" idx="2"/>
          </p:nvPr>
        </p:nvSpPr>
        <p:spPr>
          <a:xfrm>
            <a:off x="4257618" y="1449388"/>
            <a:ext cx="3672000" cy="4500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4" name="Google Shape;164;p38"/>
          <p:cNvSpPr txBox="1">
            <a:spLocks noGrp="1"/>
          </p:cNvSpPr>
          <p:nvPr>
            <p:ph type="body" idx="3"/>
          </p:nvPr>
        </p:nvSpPr>
        <p:spPr>
          <a:xfrm>
            <a:off x="8154874" y="1449388"/>
            <a:ext cx="3665651" cy="4500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5" name="Google Shape;165;p38"/>
          <p:cNvSpPr txBox="1">
            <a:spLocks noGrp="1"/>
          </p:cNvSpPr>
          <p:nvPr>
            <p:ph type="title"/>
          </p:nvPr>
        </p:nvSpPr>
        <p:spPr>
          <a:xfrm>
            <a:off x="371475" y="407734"/>
            <a:ext cx="11449050" cy="4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38"/>
          <p:cNvSpPr txBox="1">
            <a:spLocks noGrp="1"/>
          </p:cNvSpPr>
          <p:nvPr>
            <p:ph type="ftr" idx="11"/>
          </p:nvPr>
        </p:nvSpPr>
        <p:spPr>
          <a:xfrm>
            <a:off x="2065327" y="6369050"/>
            <a:ext cx="6533107" cy="19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38"/>
          <p:cNvSpPr txBox="1">
            <a:spLocks noGrp="1"/>
          </p:cNvSpPr>
          <p:nvPr>
            <p:ph type="sldNum" idx="12"/>
          </p:nvPr>
        </p:nvSpPr>
        <p:spPr>
          <a:xfrm>
            <a:off x="9080211" y="6369050"/>
            <a:ext cx="2743200" cy="19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Presentation Name |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" name="Google Shape;142;p35">
            <a:extLst>
              <a:ext uri="{FF2B5EF4-FFF2-40B4-BE49-F238E27FC236}">
                <a16:creationId xmlns:a16="http://schemas.microsoft.com/office/drawing/2014/main" id="{B74C4140-1345-5AF2-F2DF-549410A88133}"/>
              </a:ext>
            </a:extLst>
          </p:cNvPr>
          <p:cNvSpPr txBox="1">
            <a:spLocks noGrp="1"/>
          </p:cNvSpPr>
          <p:nvPr>
            <p:ph type="body" idx="13"/>
          </p:nvPr>
        </p:nvSpPr>
        <p:spPr>
          <a:xfrm>
            <a:off x="371475" y="831600"/>
            <a:ext cx="11449050" cy="296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1600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66701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3 col SH H" userDrawn="1">
  <p:cSld name="Content 3 col SH H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9"/>
          <p:cNvSpPr txBox="1">
            <a:spLocks noGrp="1"/>
          </p:cNvSpPr>
          <p:nvPr>
            <p:ph type="body" idx="1"/>
          </p:nvPr>
        </p:nvSpPr>
        <p:spPr>
          <a:xfrm>
            <a:off x="371474" y="1449388"/>
            <a:ext cx="3660525" cy="6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1" name="Google Shape;171;p39"/>
          <p:cNvSpPr txBox="1">
            <a:spLocks noGrp="1"/>
          </p:cNvSpPr>
          <p:nvPr>
            <p:ph type="body" idx="2"/>
          </p:nvPr>
        </p:nvSpPr>
        <p:spPr>
          <a:xfrm>
            <a:off x="371475" y="2188254"/>
            <a:ext cx="3660888" cy="3761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2" name="Google Shape;172;p39"/>
          <p:cNvSpPr txBox="1">
            <a:spLocks noGrp="1"/>
          </p:cNvSpPr>
          <p:nvPr>
            <p:ph type="body" idx="3"/>
          </p:nvPr>
        </p:nvSpPr>
        <p:spPr>
          <a:xfrm>
            <a:off x="4257437" y="1449388"/>
            <a:ext cx="3672000" cy="6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3" name="Google Shape;173;p39"/>
          <p:cNvSpPr txBox="1">
            <a:spLocks noGrp="1"/>
          </p:cNvSpPr>
          <p:nvPr>
            <p:ph type="body" idx="4"/>
          </p:nvPr>
        </p:nvSpPr>
        <p:spPr>
          <a:xfrm>
            <a:off x="4257619" y="2188805"/>
            <a:ext cx="3672000" cy="3760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4" name="Google Shape;174;p39"/>
          <p:cNvSpPr txBox="1">
            <a:spLocks noGrp="1"/>
          </p:cNvSpPr>
          <p:nvPr>
            <p:ph type="body" idx="5"/>
          </p:nvPr>
        </p:nvSpPr>
        <p:spPr>
          <a:xfrm>
            <a:off x="8154874" y="1449388"/>
            <a:ext cx="3660525" cy="604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5" name="Google Shape;175;p39"/>
          <p:cNvSpPr txBox="1">
            <a:spLocks noGrp="1"/>
          </p:cNvSpPr>
          <p:nvPr>
            <p:ph type="body" idx="6"/>
          </p:nvPr>
        </p:nvSpPr>
        <p:spPr>
          <a:xfrm>
            <a:off x="8154874" y="2188254"/>
            <a:ext cx="3660525" cy="3761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6" name="Google Shape;176;p39"/>
          <p:cNvSpPr txBox="1">
            <a:spLocks noGrp="1"/>
          </p:cNvSpPr>
          <p:nvPr>
            <p:ph type="title"/>
          </p:nvPr>
        </p:nvSpPr>
        <p:spPr>
          <a:xfrm>
            <a:off x="371475" y="407734"/>
            <a:ext cx="11449050" cy="4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39"/>
          <p:cNvSpPr txBox="1">
            <a:spLocks noGrp="1"/>
          </p:cNvSpPr>
          <p:nvPr>
            <p:ph type="ftr" idx="11"/>
          </p:nvPr>
        </p:nvSpPr>
        <p:spPr>
          <a:xfrm>
            <a:off x="2065327" y="6369050"/>
            <a:ext cx="6533107" cy="19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39"/>
          <p:cNvSpPr txBox="1">
            <a:spLocks noGrp="1"/>
          </p:cNvSpPr>
          <p:nvPr>
            <p:ph type="sldNum" idx="12"/>
          </p:nvPr>
        </p:nvSpPr>
        <p:spPr>
          <a:xfrm>
            <a:off x="9080211" y="6369050"/>
            <a:ext cx="2743200" cy="19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Presentation Name |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" name="Google Shape;142;p35">
            <a:extLst>
              <a:ext uri="{FF2B5EF4-FFF2-40B4-BE49-F238E27FC236}">
                <a16:creationId xmlns:a16="http://schemas.microsoft.com/office/drawing/2014/main" id="{E1C302DF-3EA9-6BA9-542A-391405DC6161}"/>
              </a:ext>
            </a:extLst>
          </p:cNvPr>
          <p:cNvSpPr txBox="1">
            <a:spLocks noGrp="1"/>
          </p:cNvSpPr>
          <p:nvPr>
            <p:ph type="body" idx="13"/>
          </p:nvPr>
        </p:nvSpPr>
        <p:spPr>
          <a:xfrm>
            <a:off x="371475" y="831600"/>
            <a:ext cx="11449050" cy="296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1600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31206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4 col SH" userDrawn="1">
  <p:cSld name="Content 4 col SH"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40"/>
          <p:cNvSpPr txBox="1">
            <a:spLocks noGrp="1"/>
          </p:cNvSpPr>
          <p:nvPr>
            <p:ph type="body" idx="1"/>
          </p:nvPr>
        </p:nvSpPr>
        <p:spPr>
          <a:xfrm>
            <a:off x="371474" y="1449388"/>
            <a:ext cx="2717687" cy="4500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2" name="Google Shape;182;p40"/>
          <p:cNvSpPr txBox="1">
            <a:spLocks noGrp="1"/>
          </p:cNvSpPr>
          <p:nvPr>
            <p:ph type="body" idx="2"/>
          </p:nvPr>
        </p:nvSpPr>
        <p:spPr>
          <a:xfrm>
            <a:off x="3272933" y="1449388"/>
            <a:ext cx="2728800" cy="4500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3" name="Google Shape;183;p40"/>
          <p:cNvSpPr txBox="1">
            <a:spLocks noGrp="1"/>
          </p:cNvSpPr>
          <p:nvPr>
            <p:ph type="body" idx="3"/>
          </p:nvPr>
        </p:nvSpPr>
        <p:spPr>
          <a:xfrm>
            <a:off x="6185504" y="1449388"/>
            <a:ext cx="2728800" cy="4500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4" name="Google Shape;184;p40"/>
          <p:cNvSpPr txBox="1">
            <a:spLocks noGrp="1"/>
          </p:cNvSpPr>
          <p:nvPr>
            <p:ph type="body" idx="4"/>
          </p:nvPr>
        </p:nvSpPr>
        <p:spPr>
          <a:xfrm>
            <a:off x="9098074" y="1449388"/>
            <a:ext cx="2722451" cy="4500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5" name="Google Shape;185;p40"/>
          <p:cNvSpPr txBox="1">
            <a:spLocks noGrp="1"/>
          </p:cNvSpPr>
          <p:nvPr>
            <p:ph type="title"/>
          </p:nvPr>
        </p:nvSpPr>
        <p:spPr>
          <a:xfrm>
            <a:off x="371475" y="407734"/>
            <a:ext cx="11449050" cy="4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p40"/>
          <p:cNvSpPr txBox="1">
            <a:spLocks noGrp="1"/>
          </p:cNvSpPr>
          <p:nvPr>
            <p:ph type="ftr" idx="11"/>
          </p:nvPr>
        </p:nvSpPr>
        <p:spPr>
          <a:xfrm>
            <a:off x="2065327" y="6369050"/>
            <a:ext cx="6533107" cy="19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40"/>
          <p:cNvSpPr txBox="1">
            <a:spLocks noGrp="1"/>
          </p:cNvSpPr>
          <p:nvPr>
            <p:ph type="sldNum" idx="12"/>
          </p:nvPr>
        </p:nvSpPr>
        <p:spPr>
          <a:xfrm>
            <a:off x="9080211" y="6369050"/>
            <a:ext cx="2743200" cy="19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Presentation Name |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" name="Google Shape;142;p35">
            <a:extLst>
              <a:ext uri="{FF2B5EF4-FFF2-40B4-BE49-F238E27FC236}">
                <a16:creationId xmlns:a16="http://schemas.microsoft.com/office/drawing/2014/main" id="{EA33CA7B-A3CF-3EB7-F017-FE3EDD6D4980}"/>
              </a:ext>
            </a:extLst>
          </p:cNvPr>
          <p:cNvSpPr txBox="1">
            <a:spLocks noGrp="1"/>
          </p:cNvSpPr>
          <p:nvPr>
            <p:ph type="body" idx="13"/>
          </p:nvPr>
        </p:nvSpPr>
        <p:spPr>
          <a:xfrm>
            <a:off x="371475" y="831600"/>
            <a:ext cx="11449050" cy="296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1600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63206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4 col SH H" userDrawn="1">
  <p:cSld name="Content 4 col SH H"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1"/>
          <p:cNvSpPr txBox="1">
            <a:spLocks noGrp="1"/>
          </p:cNvSpPr>
          <p:nvPr>
            <p:ph type="body" idx="1"/>
          </p:nvPr>
        </p:nvSpPr>
        <p:spPr>
          <a:xfrm>
            <a:off x="371474" y="1453725"/>
            <a:ext cx="2717325" cy="6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1" name="Google Shape;191;p41"/>
          <p:cNvSpPr txBox="1">
            <a:spLocks noGrp="1"/>
          </p:cNvSpPr>
          <p:nvPr>
            <p:ph type="body" idx="2"/>
          </p:nvPr>
        </p:nvSpPr>
        <p:spPr>
          <a:xfrm>
            <a:off x="371474" y="2168777"/>
            <a:ext cx="2717325" cy="3781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2" name="Google Shape;192;p41"/>
          <p:cNvSpPr txBox="1">
            <a:spLocks noGrp="1"/>
          </p:cNvSpPr>
          <p:nvPr>
            <p:ph type="body" idx="3"/>
          </p:nvPr>
        </p:nvSpPr>
        <p:spPr>
          <a:xfrm>
            <a:off x="3272691" y="1453725"/>
            <a:ext cx="2728800" cy="604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3" name="Google Shape;193;p41"/>
          <p:cNvSpPr txBox="1">
            <a:spLocks noGrp="1"/>
          </p:cNvSpPr>
          <p:nvPr>
            <p:ph type="body" idx="4"/>
          </p:nvPr>
        </p:nvSpPr>
        <p:spPr>
          <a:xfrm>
            <a:off x="3272691" y="2169265"/>
            <a:ext cx="2728800" cy="3781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4" name="Google Shape;194;p41"/>
          <p:cNvSpPr txBox="1">
            <a:spLocks noGrp="1"/>
          </p:cNvSpPr>
          <p:nvPr>
            <p:ph type="body" idx="5"/>
          </p:nvPr>
        </p:nvSpPr>
        <p:spPr>
          <a:xfrm>
            <a:off x="6185382" y="1453725"/>
            <a:ext cx="2728800" cy="6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5" name="Google Shape;195;p41"/>
          <p:cNvSpPr txBox="1">
            <a:spLocks noGrp="1"/>
          </p:cNvSpPr>
          <p:nvPr>
            <p:ph type="body" idx="6"/>
          </p:nvPr>
        </p:nvSpPr>
        <p:spPr>
          <a:xfrm>
            <a:off x="6185382" y="2168777"/>
            <a:ext cx="2728800" cy="3781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6" name="Google Shape;196;p41"/>
          <p:cNvSpPr txBox="1">
            <a:spLocks noGrp="1"/>
          </p:cNvSpPr>
          <p:nvPr>
            <p:ph type="body" idx="7"/>
          </p:nvPr>
        </p:nvSpPr>
        <p:spPr>
          <a:xfrm>
            <a:off x="9098074" y="1453725"/>
            <a:ext cx="2722451" cy="6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7" name="Google Shape;197;p41"/>
          <p:cNvSpPr txBox="1">
            <a:spLocks noGrp="1"/>
          </p:cNvSpPr>
          <p:nvPr>
            <p:ph type="body" idx="8"/>
          </p:nvPr>
        </p:nvSpPr>
        <p:spPr>
          <a:xfrm>
            <a:off x="9098074" y="2169335"/>
            <a:ext cx="2722451" cy="3779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8" name="Google Shape;198;p41"/>
          <p:cNvSpPr txBox="1">
            <a:spLocks noGrp="1"/>
          </p:cNvSpPr>
          <p:nvPr>
            <p:ph type="title"/>
          </p:nvPr>
        </p:nvSpPr>
        <p:spPr>
          <a:xfrm>
            <a:off x="371475" y="407734"/>
            <a:ext cx="11449050" cy="4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41"/>
          <p:cNvSpPr txBox="1">
            <a:spLocks noGrp="1"/>
          </p:cNvSpPr>
          <p:nvPr>
            <p:ph type="ftr" idx="11"/>
          </p:nvPr>
        </p:nvSpPr>
        <p:spPr>
          <a:xfrm>
            <a:off x="2065327" y="6369050"/>
            <a:ext cx="6533107" cy="19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41"/>
          <p:cNvSpPr txBox="1">
            <a:spLocks noGrp="1"/>
          </p:cNvSpPr>
          <p:nvPr>
            <p:ph type="sldNum" idx="12"/>
          </p:nvPr>
        </p:nvSpPr>
        <p:spPr>
          <a:xfrm>
            <a:off x="9080211" y="6369050"/>
            <a:ext cx="2743200" cy="19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Presentation Name |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" name="Google Shape;142;p35">
            <a:extLst>
              <a:ext uri="{FF2B5EF4-FFF2-40B4-BE49-F238E27FC236}">
                <a16:creationId xmlns:a16="http://schemas.microsoft.com/office/drawing/2014/main" id="{897C42CB-26C0-1A68-6A84-F5C31B25F511}"/>
              </a:ext>
            </a:extLst>
          </p:cNvPr>
          <p:cNvSpPr txBox="1">
            <a:spLocks noGrp="1"/>
          </p:cNvSpPr>
          <p:nvPr>
            <p:ph type="body" idx="13"/>
          </p:nvPr>
        </p:nvSpPr>
        <p:spPr>
          <a:xfrm>
            <a:off x="371475" y="831600"/>
            <a:ext cx="11449050" cy="296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1600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9162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5 col SH" userDrawn="1">
  <p:cSld name="Content 5 col SH"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42"/>
          <p:cNvSpPr txBox="1">
            <a:spLocks noGrp="1"/>
          </p:cNvSpPr>
          <p:nvPr>
            <p:ph type="body" idx="1"/>
          </p:nvPr>
        </p:nvSpPr>
        <p:spPr>
          <a:xfrm>
            <a:off x="371475" y="1449388"/>
            <a:ext cx="2149200" cy="4500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4" name="Google Shape;204;p42"/>
          <p:cNvSpPr txBox="1">
            <a:spLocks noGrp="1"/>
          </p:cNvSpPr>
          <p:nvPr>
            <p:ph type="body" idx="2"/>
          </p:nvPr>
        </p:nvSpPr>
        <p:spPr>
          <a:xfrm>
            <a:off x="2696438" y="1449388"/>
            <a:ext cx="2149200" cy="4500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5" name="Google Shape;205;p42"/>
          <p:cNvSpPr txBox="1">
            <a:spLocks noGrp="1"/>
          </p:cNvSpPr>
          <p:nvPr>
            <p:ph type="body" idx="3"/>
          </p:nvPr>
        </p:nvSpPr>
        <p:spPr>
          <a:xfrm>
            <a:off x="5021401" y="1449388"/>
            <a:ext cx="2149200" cy="4500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6" name="Google Shape;206;p42"/>
          <p:cNvSpPr txBox="1">
            <a:spLocks noGrp="1"/>
          </p:cNvSpPr>
          <p:nvPr>
            <p:ph type="body" idx="4"/>
          </p:nvPr>
        </p:nvSpPr>
        <p:spPr>
          <a:xfrm>
            <a:off x="7346363" y="1449388"/>
            <a:ext cx="2149200" cy="4500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7" name="Google Shape;207;p42"/>
          <p:cNvSpPr txBox="1">
            <a:spLocks noGrp="1"/>
          </p:cNvSpPr>
          <p:nvPr>
            <p:ph type="body" idx="5"/>
          </p:nvPr>
        </p:nvSpPr>
        <p:spPr>
          <a:xfrm>
            <a:off x="9671325" y="1449388"/>
            <a:ext cx="2149200" cy="4500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8" name="Google Shape;208;p42"/>
          <p:cNvSpPr txBox="1">
            <a:spLocks noGrp="1"/>
          </p:cNvSpPr>
          <p:nvPr>
            <p:ph type="title"/>
          </p:nvPr>
        </p:nvSpPr>
        <p:spPr>
          <a:xfrm>
            <a:off x="371475" y="407734"/>
            <a:ext cx="11449050" cy="4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42"/>
          <p:cNvSpPr txBox="1">
            <a:spLocks noGrp="1"/>
          </p:cNvSpPr>
          <p:nvPr>
            <p:ph type="ftr" idx="11"/>
          </p:nvPr>
        </p:nvSpPr>
        <p:spPr>
          <a:xfrm>
            <a:off x="2065327" y="6369050"/>
            <a:ext cx="6533107" cy="19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42"/>
          <p:cNvSpPr txBox="1">
            <a:spLocks noGrp="1"/>
          </p:cNvSpPr>
          <p:nvPr>
            <p:ph type="sldNum" idx="12"/>
          </p:nvPr>
        </p:nvSpPr>
        <p:spPr>
          <a:xfrm>
            <a:off x="9080211" y="6369050"/>
            <a:ext cx="2743200" cy="19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Presentation Name |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" name="Google Shape;142;p35">
            <a:extLst>
              <a:ext uri="{FF2B5EF4-FFF2-40B4-BE49-F238E27FC236}">
                <a16:creationId xmlns:a16="http://schemas.microsoft.com/office/drawing/2014/main" id="{4F5282B7-1C42-450D-77A1-F70DCF0111BB}"/>
              </a:ext>
            </a:extLst>
          </p:cNvPr>
          <p:cNvSpPr txBox="1">
            <a:spLocks noGrp="1"/>
          </p:cNvSpPr>
          <p:nvPr>
            <p:ph type="body" idx="13"/>
          </p:nvPr>
        </p:nvSpPr>
        <p:spPr>
          <a:xfrm>
            <a:off x="371475" y="831600"/>
            <a:ext cx="11449050" cy="296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1600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35096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5 col SH H" userDrawn="1">
  <p:cSld name="Content 5 col SH H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3"/>
          <p:cNvSpPr txBox="1">
            <a:spLocks noGrp="1"/>
          </p:cNvSpPr>
          <p:nvPr>
            <p:ph type="body" idx="1"/>
          </p:nvPr>
        </p:nvSpPr>
        <p:spPr>
          <a:xfrm>
            <a:off x="371475" y="1449388"/>
            <a:ext cx="2149200" cy="701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4" name="Google Shape;214;p43"/>
          <p:cNvSpPr txBox="1">
            <a:spLocks noGrp="1"/>
          </p:cNvSpPr>
          <p:nvPr>
            <p:ph type="body" idx="2"/>
          </p:nvPr>
        </p:nvSpPr>
        <p:spPr>
          <a:xfrm>
            <a:off x="371112" y="2269746"/>
            <a:ext cx="2149200" cy="3679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5" name="Google Shape;215;p43"/>
          <p:cNvSpPr txBox="1">
            <a:spLocks noGrp="1"/>
          </p:cNvSpPr>
          <p:nvPr>
            <p:ph type="body" idx="3"/>
          </p:nvPr>
        </p:nvSpPr>
        <p:spPr>
          <a:xfrm>
            <a:off x="2689691" y="1449388"/>
            <a:ext cx="2149200" cy="701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6" name="Google Shape;216;p43"/>
          <p:cNvSpPr txBox="1">
            <a:spLocks noGrp="1"/>
          </p:cNvSpPr>
          <p:nvPr>
            <p:ph type="body" idx="4"/>
          </p:nvPr>
        </p:nvSpPr>
        <p:spPr>
          <a:xfrm>
            <a:off x="2689419" y="2269746"/>
            <a:ext cx="2149200" cy="3679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7" name="Google Shape;217;p43"/>
          <p:cNvSpPr txBox="1">
            <a:spLocks noGrp="1"/>
          </p:cNvSpPr>
          <p:nvPr>
            <p:ph type="body" idx="5"/>
          </p:nvPr>
        </p:nvSpPr>
        <p:spPr>
          <a:xfrm>
            <a:off x="5019019" y="1449388"/>
            <a:ext cx="2149200" cy="701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8" name="Google Shape;218;p43"/>
          <p:cNvSpPr txBox="1">
            <a:spLocks noGrp="1"/>
          </p:cNvSpPr>
          <p:nvPr>
            <p:ph type="body" idx="6"/>
          </p:nvPr>
        </p:nvSpPr>
        <p:spPr>
          <a:xfrm>
            <a:off x="5018838" y="2269746"/>
            <a:ext cx="2149200" cy="3679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9" name="Google Shape;219;p43"/>
          <p:cNvSpPr txBox="1">
            <a:spLocks noGrp="1"/>
          </p:cNvSpPr>
          <p:nvPr>
            <p:ph type="body" idx="7"/>
          </p:nvPr>
        </p:nvSpPr>
        <p:spPr>
          <a:xfrm>
            <a:off x="7348347" y="1449388"/>
            <a:ext cx="2149200" cy="701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0" name="Google Shape;220;p43"/>
          <p:cNvSpPr txBox="1">
            <a:spLocks noGrp="1"/>
          </p:cNvSpPr>
          <p:nvPr>
            <p:ph type="body" idx="8"/>
          </p:nvPr>
        </p:nvSpPr>
        <p:spPr>
          <a:xfrm>
            <a:off x="7348257" y="2270234"/>
            <a:ext cx="2149200" cy="3679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1" name="Google Shape;221;p43"/>
          <p:cNvSpPr txBox="1">
            <a:spLocks noGrp="1"/>
          </p:cNvSpPr>
          <p:nvPr>
            <p:ph type="body" idx="9"/>
          </p:nvPr>
        </p:nvSpPr>
        <p:spPr>
          <a:xfrm>
            <a:off x="9666564" y="1449388"/>
            <a:ext cx="2149200" cy="701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2" name="Google Shape;222;p43"/>
          <p:cNvSpPr txBox="1">
            <a:spLocks noGrp="1"/>
          </p:cNvSpPr>
          <p:nvPr>
            <p:ph type="body" idx="13"/>
          </p:nvPr>
        </p:nvSpPr>
        <p:spPr>
          <a:xfrm>
            <a:off x="9666564" y="2269746"/>
            <a:ext cx="2149200" cy="3679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3" name="Google Shape;223;p43"/>
          <p:cNvSpPr txBox="1">
            <a:spLocks noGrp="1"/>
          </p:cNvSpPr>
          <p:nvPr>
            <p:ph type="title"/>
          </p:nvPr>
        </p:nvSpPr>
        <p:spPr>
          <a:xfrm>
            <a:off x="371475" y="407734"/>
            <a:ext cx="11449050" cy="4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43"/>
          <p:cNvSpPr txBox="1">
            <a:spLocks noGrp="1"/>
          </p:cNvSpPr>
          <p:nvPr>
            <p:ph type="ftr" idx="11"/>
          </p:nvPr>
        </p:nvSpPr>
        <p:spPr>
          <a:xfrm>
            <a:off x="2065327" y="6369050"/>
            <a:ext cx="6533107" cy="19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43"/>
          <p:cNvSpPr txBox="1">
            <a:spLocks noGrp="1"/>
          </p:cNvSpPr>
          <p:nvPr>
            <p:ph type="sldNum" idx="12"/>
          </p:nvPr>
        </p:nvSpPr>
        <p:spPr>
          <a:xfrm>
            <a:off x="9080211" y="6369050"/>
            <a:ext cx="2743200" cy="19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Presentation Name |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" name="Google Shape;142;p35">
            <a:extLst>
              <a:ext uri="{FF2B5EF4-FFF2-40B4-BE49-F238E27FC236}">
                <a16:creationId xmlns:a16="http://schemas.microsoft.com/office/drawing/2014/main" id="{0AE2F527-4D35-D7E9-91EF-6C7930A76053}"/>
              </a:ext>
            </a:extLst>
          </p:cNvPr>
          <p:cNvSpPr txBox="1">
            <a:spLocks noGrp="1"/>
          </p:cNvSpPr>
          <p:nvPr>
            <p:ph type="body" idx="14"/>
          </p:nvPr>
        </p:nvSpPr>
        <p:spPr>
          <a:xfrm>
            <a:off x="371475" y="831600"/>
            <a:ext cx="11449050" cy="296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1600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49276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6 col SH" userDrawn="1">
  <p:cSld name="Content 6 col SH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4"/>
          <p:cNvSpPr txBox="1">
            <a:spLocks noGrp="1"/>
          </p:cNvSpPr>
          <p:nvPr>
            <p:ph type="body" idx="1"/>
          </p:nvPr>
        </p:nvSpPr>
        <p:spPr>
          <a:xfrm>
            <a:off x="371475" y="1449388"/>
            <a:ext cx="1760400" cy="4500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9" name="Google Shape;229;p44"/>
          <p:cNvSpPr txBox="1">
            <a:spLocks noGrp="1"/>
          </p:cNvSpPr>
          <p:nvPr>
            <p:ph type="body" idx="2"/>
          </p:nvPr>
        </p:nvSpPr>
        <p:spPr>
          <a:xfrm>
            <a:off x="2309205" y="1449388"/>
            <a:ext cx="1760400" cy="4500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0" name="Google Shape;230;p44"/>
          <p:cNvSpPr txBox="1">
            <a:spLocks noGrp="1"/>
          </p:cNvSpPr>
          <p:nvPr>
            <p:ph type="body" idx="3"/>
          </p:nvPr>
        </p:nvSpPr>
        <p:spPr>
          <a:xfrm>
            <a:off x="4246935" y="1449388"/>
            <a:ext cx="1760400" cy="4500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1" name="Google Shape;231;p44"/>
          <p:cNvSpPr txBox="1">
            <a:spLocks noGrp="1"/>
          </p:cNvSpPr>
          <p:nvPr>
            <p:ph type="body" idx="4"/>
          </p:nvPr>
        </p:nvSpPr>
        <p:spPr>
          <a:xfrm>
            <a:off x="6184665" y="1449388"/>
            <a:ext cx="1760400" cy="4500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2" name="Google Shape;232;p44"/>
          <p:cNvSpPr txBox="1">
            <a:spLocks noGrp="1"/>
          </p:cNvSpPr>
          <p:nvPr>
            <p:ph type="body" idx="5"/>
          </p:nvPr>
        </p:nvSpPr>
        <p:spPr>
          <a:xfrm>
            <a:off x="8122395" y="1449388"/>
            <a:ext cx="1760400" cy="4500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3" name="Google Shape;233;p44"/>
          <p:cNvSpPr txBox="1">
            <a:spLocks noGrp="1"/>
          </p:cNvSpPr>
          <p:nvPr>
            <p:ph type="body" idx="6"/>
          </p:nvPr>
        </p:nvSpPr>
        <p:spPr>
          <a:xfrm>
            <a:off x="10060125" y="1449388"/>
            <a:ext cx="1760400" cy="4500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4" name="Google Shape;234;p44"/>
          <p:cNvSpPr txBox="1">
            <a:spLocks noGrp="1"/>
          </p:cNvSpPr>
          <p:nvPr>
            <p:ph type="title"/>
          </p:nvPr>
        </p:nvSpPr>
        <p:spPr>
          <a:xfrm>
            <a:off x="371475" y="407734"/>
            <a:ext cx="11449050" cy="4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6" name="Google Shape;236;p44"/>
          <p:cNvSpPr txBox="1">
            <a:spLocks noGrp="1"/>
          </p:cNvSpPr>
          <p:nvPr>
            <p:ph type="ftr" idx="11"/>
          </p:nvPr>
        </p:nvSpPr>
        <p:spPr>
          <a:xfrm>
            <a:off x="2065327" y="6369050"/>
            <a:ext cx="6533107" cy="19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7" name="Google Shape;237;p44"/>
          <p:cNvSpPr txBox="1">
            <a:spLocks noGrp="1"/>
          </p:cNvSpPr>
          <p:nvPr>
            <p:ph type="sldNum" idx="12"/>
          </p:nvPr>
        </p:nvSpPr>
        <p:spPr>
          <a:xfrm>
            <a:off x="9080211" y="6369050"/>
            <a:ext cx="2743200" cy="19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Presentation Name |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" name="Google Shape;142;p35">
            <a:extLst>
              <a:ext uri="{FF2B5EF4-FFF2-40B4-BE49-F238E27FC236}">
                <a16:creationId xmlns:a16="http://schemas.microsoft.com/office/drawing/2014/main" id="{EA2AB7F3-DF02-0082-354E-FB393885E3E7}"/>
              </a:ext>
            </a:extLst>
          </p:cNvPr>
          <p:cNvSpPr txBox="1">
            <a:spLocks noGrp="1"/>
          </p:cNvSpPr>
          <p:nvPr>
            <p:ph type="body" idx="13"/>
          </p:nvPr>
        </p:nvSpPr>
        <p:spPr>
          <a:xfrm>
            <a:off x="371475" y="831600"/>
            <a:ext cx="11449050" cy="296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1600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78232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6 col SH H" userDrawn="1">
  <p:cSld name="Content 6 col SH H"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5"/>
          <p:cNvSpPr txBox="1">
            <a:spLocks noGrp="1"/>
          </p:cNvSpPr>
          <p:nvPr>
            <p:ph type="body" idx="1"/>
          </p:nvPr>
        </p:nvSpPr>
        <p:spPr>
          <a:xfrm>
            <a:off x="371475" y="1453723"/>
            <a:ext cx="1760400" cy="671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0" name="Google Shape;240;p45"/>
          <p:cNvSpPr txBox="1">
            <a:spLocks noGrp="1"/>
          </p:cNvSpPr>
          <p:nvPr>
            <p:ph type="body" idx="2"/>
          </p:nvPr>
        </p:nvSpPr>
        <p:spPr>
          <a:xfrm>
            <a:off x="371475" y="2226091"/>
            <a:ext cx="1760400" cy="3723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1" name="Google Shape;241;p45"/>
          <p:cNvSpPr txBox="1">
            <a:spLocks noGrp="1"/>
          </p:cNvSpPr>
          <p:nvPr>
            <p:ph type="body" idx="3"/>
          </p:nvPr>
        </p:nvSpPr>
        <p:spPr>
          <a:xfrm>
            <a:off x="2310098" y="1453723"/>
            <a:ext cx="1760400" cy="671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2" name="Google Shape;242;p45"/>
          <p:cNvSpPr txBox="1">
            <a:spLocks noGrp="1"/>
          </p:cNvSpPr>
          <p:nvPr>
            <p:ph type="body" idx="4"/>
          </p:nvPr>
        </p:nvSpPr>
        <p:spPr>
          <a:xfrm>
            <a:off x="2310475" y="2226091"/>
            <a:ext cx="1760400" cy="3723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3" name="Google Shape;243;p45"/>
          <p:cNvSpPr txBox="1">
            <a:spLocks noGrp="1"/>
          </p:cNvSpPr>
          <p:nvPr>
            <p:ph type="body" idx="5"/>
          </p:nvPr>
        </p:nvSpPr>
        <p:spPr>
          <a:xfrm>
            <a:off x="4248721" y="1453724"/>
            <a:ext cx="1760400" cy="671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4" name="Google Shape;244;p45"/>
          <p:cNvSpPr txBox="1">
            <a:spLocks noGrp="1"/>
          </p:cNvSpPr>
          <p:nvPr>
            <p:ph type="body" idx="6"/>
          </p:nvPr>
        </p:nvSpPr>
        <p:spPr>
          <a:xfrm>
            <a:off x="4249475" y="2226091"/>
            <a:ext cx="1760400" cy="3723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5" name="Google Shape;245;p45"/>
          <p:cNvSpPr txBox="1">
            <a:spLocks noGrp="1"/>
          </p:cNvSpPr>
          <p:nvPr>
            <p:ph type="body" idx="7"/>
          </p:nvPr>
        </p:nvSpPr>
        <p:spPr>
          <a:xfrm>
            <a:off x="6187344" y="1453723"/>
            <a:ext cx="1760400" cy="671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6" name="Google Shape;246;p45"/>
          <p:cNvSpPr txBox="1">
            <a:spLocks noGrp="1"/>
          </p:cNvSpPr>
          <p:nvPr>
            <p:ph type="body" idx="8"/>
          </p:nvPr>
        </p:nvSpPr>
        <p:spPr>
          <a:xfrm>
            <a:off x="6188475" y="2226091"/>
            <a:ext cx="1760400" cy="3723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7" name="Google Shape;247;p45"/>
          <p:cNvSpPr txBox="1">
            <a:spLocks noGrp="1"/>
          </p:cNvSpPr>
          <p:nvPr>
            <p:ph type="body" idx="9"/>
          </p:nvPr>
        </p:nvSpPr>
        <p:spPr>
          <a:xfrm>
            <a:off x="8125967" y="1453724"/>
            <a:ext cx="1760400" cy="671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8" name="Google Shape;248;p45"/>
          <p:cNvSpPr txBox="1">
            <a:spLocks noGrp="1"/>
          </p:cNvSpPr>
          <p:nvPr>
            <p:ph type="body" idx="13"/>
          </p:nvPr>
        </p:nvSpPr>
        <p:spPr>
          <a:xfrm>
            <a:off x="8127475" y="2226091"/>
            <a:ext cx="1760400" cy="3723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9" name="Google Shape;249;p45"/>
          <p:cNvSpPr txBox="1">
            <a:spLocks noGrp="1"/>
          </p:cNvSpPr>
          <p:nvPr>
            <p:ph type="body" idx="14"/>
          </p:nvPr>
        </p:nvSpPr>
        <p:spPr>
          <a:xfrm>
            <a:off x="10064588" y="1453724"/>
            <a:ext cx="1760400" cy="671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0" name="Google Shape;250;p45"/>
          <p:cNvSpPr txBox="1">
            <a:spLocks noGrp="1"/>
          </p:cNvSpPr>
          <p:nvPr>
            <p:ph type="body" idx="15"/>
          </p:nvPr>
        </p:nvSpPr>
        <p:spPr>
          <a:xfrm>
            <a:off x="10066476" y="2226091"/>
            <a:ext cx="1760400" cy="3723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1" name="Google Shape;251;p45"/>
          <p:cNvSpPr txBox="1">
            <a:spLocks noGrp="1"/>
          </p:cNvSpPr>
          <p:nvPr>
            <p:ph type="title"/>
          </p:nvPr>
        </p:nvSpPr>
        <p:spPr>
          <a:xfrm>
            <a:off x="371475" y="407734"/>
            <a:ext cx="11449050" cy="4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3" name="Google Shape;253;p45"/>
          <p:cNvSpPr txBox="1">
            <a:spLocks noGrp="1"/>
          </p:cNvSpPr>
          <p:nvPr>
            <p:ph type="ftr" idx="11"/>
          </p:nvPr>
        </p:nvSpPr>
        <p:spPr>
          <a:xfrm>
            <a:off x="2065327" y="6369050"/>
            <a:ext cx="6533107" cy="19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4" name="Google Shape;254;p45"/>
          <p:cNvSpPr txBox="1">
            <a:spLocks noGrp="1"/>
          </p:cNvSpPr>
          <p:nvPr>
            <p:ph type="sldNum" idx="12"/>
          </p:nvPr>
        </p:nvSpPr>
        <p:spPr>
          <a:xfrm>
            <a:off x="9080211" y="6369050"/>
            <a:ext cx="2743200" cy="19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Presentation Name |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" name="Google Shape;142;p35">
            <a:extLst>
              <a:ext uri="{FF2B5EF4-FFF2-40B4-BE49-F238E27FC236}">
                <a16:creationId xmlns:a16="http://schemas.microsoft.com/office/drawing/2014/main" id="{8DC237A3-C824-1DBC-3AF8-9577277061CD}"/>
              </a:ext>
            </a:extLst>
          </p:cNvPr>
          <p:cNvSpPr txBox="1">
            <a:spLocks noGrp="1"/>
          </p:cNvSpPr>
          <p:nvPr>
            <p:ph type="body" idx="16"/>
          </p:nvPr>
        </p:nvSpPr>
        <p:spPr>
          <a:xfrm>
            <a:off x="371475" y="831600"/>
            <a:ext cx="11449050" cy="296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1600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52925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1 photo">
  <p:cSld name="Content 1 photo"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6"/>
          <p:cNvSpPr txBox="1">
            <a:spLocks noGrp="1"/>
          </p:cNvSpPr>
          <p:nvPr>
            <p:ph type="title"/>
          </p:nvPr>
        </p:nvSpPr>
        <p:spPr>
          <a:xfrm>
            <a:off x="371475" y="404813"/>
            <a:ext cx="5626800" cy="4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7" name="Google Shape;257;p46"/>
          <p:cNvSpPr txBox="1">
            <a:spLocks noGrp="1"/>
          </p:cNvSpPr>
          <p:nvPr>
            <p:ph type="body" idx="1"/>
          </p:nvPr>
        </p:nvSpPr>
        <p:spPr>
          <a:xfrm>
            <a:off x="377125" y="1449388"/>
            <a:ext cx="5626800" cy="4500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8" name="Google Shape;258;p46"/>
          <p:cNvSpPr>
            <a:spLocks noGrp="1"/>
          </p:cNvSpPr>
          <p:nvPr>
            <p:ph type="pic" idx="2"/>
          </p:nvPr>
        </p:nvSpPr>
        <p:spPr>
          <a:xfrm>
            <a:off x="6219217" y="404813"/>
            <a:ext cx="5612076" cy="5545137"/>
          </a:xfrm>
          <a:prstGeom prst="rect">
            <a:avLst/>
          </a:prstGeom>
          <a:noFill/>
          <a:ln>
            <a:noFill/>
          </a:ln>
        </p:spPr>
      </p:sp>
      <p:sp>
        <p:nvSpPr>
          <p:cNvPr id="259" name="Google Shape;259;p46"/>
          <p:cNvSpPr txBox="1">
            <a:spLocks noGrp="1"/>
          </p:cNvSpPr>
          <p:nvPr>
            <p:ph type="ftr" idx="11"/>
          </p:nvPr>
        </p:nvSpPr>
        <p:spPr>
          <a:xfrm>
            <a:off x="2065327" y="6369050"/>
            <a:ext cx="6533107" cy="19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0" name="Google Shape;260;p46"/>
          <p:cNvSpPr txBox="1">
            <a:spLocks noGrp="1"/>
          </p:cNvSpPr>
          <p:nvPr>
            <p:ph type="sldNum" idx="12"/>
          </p:nvPr>
        </p:nvSpPr>
        <p:spPr>
          <a:xfrm>
            <a:off x="9080211" y="6369050"/>
            <a:ext cx="2743200" cy="19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Presentation Name |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72390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2 photo">
  <p:cSld name="Content 2 photo"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7"/>
          <p:cNvSpPr>
            <a:spLocks noGrp="1"/>
          </p:cNvSpPr>
          <p:nvPr>
            <p:ph type="pic" idx="2"/>
          </p:nvPr>
        </p:nvSpPr>
        <p:spPr>
          <a:xfrm>
            <a:off x="371475" y="404813"/>
            <a:ext cx="5632450" cy="5545137"/>
          </a:xfrm>
          <a:prstGeom prst="rect">
            <a:avLst/>
          </a:prstGeom>
          <a:noFill/>
          <a:ln>
            <a:noFill/>
          </a:ln>
        </p:spPr>
      </p:sp>
      <p:sp>
        <p:nvSpPr>
          <p:cNvPr id="263" name="Google Shape;263;p47"/>
          <p:cNvSpPr txBox="1">
            <a:spLocks noGrp="1"/>
          </p:cNvSpPr>
          <p:nvPr>
            <p:ph type="body" idx="1"/>
          </p:nvPr>
        </p:nvSpPr>
        <p:spPr>
          <a:xfrm>
            <a:off x="6196711" y="1449388"/>
            <a:ext cx="5623814" cy="4500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4" name="Google Shape;264;p47"/>
          <p:cNvSpPr txBox="1">
            <a:spLocks noGrp="1"/>
          </p:cNvSpPr>
          <p:nvPr>
            <p:ph type="title"/>
          </p:nvPr>
        </p:nvSpPr>
        <p:spPr>
          <a:xfrm>
            <a:off x="6193725" y="404813"/>
            <a:ext cx="5626800" cy="4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5" name="Google Shape;265;p47"/>
          <p:cNvSpPr txBox="1">
            <a:spLocks noGrp="1"/>
          </p:cNvSpPr>
          <p:nvPr>
            <p:ph type="ftr" idx="11"/>
          </p:nvPr>
        </p:nvSpPr>
        <p:spPr>
          <a:xfrm>
            <a:off x="2065327" y="6369050"/>
            <a:ext cx="6533107" cy="19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6" name="Google Shape;266;p47"/>
          <p:cNvSpPr txBox="1">
            <a:spLocks noGrp="1"/>
          </p:cNvSpPr>
          <p:nvPr>
            <p:ph type="sldNum" idx="12"/>
          </p:nvPr>
        </p:nvSpPr>
        <p:spPr>
          <a:xfrm>
            <a:off x="9080211" y="6369050"/>
            <a:ext cx="2743200" cy="19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Presentation Name |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999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BG SH 3 col" userDrawn="1">
  <p:cSld name="Content BG SH 3 col"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8"/>
          <p:cNvSpPr/>
          <p:nvPr/>
        </p:nvSpPr>
        <p:spPr>
          <a:xfrm>
            <a:off x="0" y="0"/>
            <a:ext cx="3114000" cy="6759575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48"/>
          <p:cNvSpPr txBox="1">
            <a:spLocks noGrp="1"/>
          </p:cNvSpPr>
          <p:nvPr>
            <p:ph type="body" idx="1"/>
          </p:nvPr>
        </p:nvSpPr>
        <p:spPr>
          <a:xfrm>
            <a:off x="365124" y="1449388"/>
            <a:ext cx="2277592" cy="4500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1pPr>
            <a:lvl2pPr marL="914400" lvl="1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  <a:defRPr sz="3200">
                <a:solidFill>
                  <a:schemeClr val="lt1"/>
                </a:solidFill>
              </a:defRPr>
            </a:lvl2pPr>
            <a:lvl3pPr marL="1371600" lvl="2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  <a:defRPr sz="3200">
                <a:solidFill>
                  <a:schemeClr val="lt1"/>
                </a:solidFill>
              </a:defRPr>
            </a:lvl3pPr>
            <a:lvl4pPr marL="1828800" lvl="3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  <a:defRPr sz="3200">
                <a:solidFill>
                  <a:schemeClr val="lt1"/>
                </a:solidFill>
              </a:defRPr>
            </a:lvl4pPr>
            <a:lvl5pPr marL="2286000" lvl="4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  <a:defRPr sz="32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0" name="Google Shape;270;p48"/>
          <p:cNvSpPr txBox="1">
            <a:spLocks noGrp="1"/>
          </p:cNvSpPr>
          <p:nvPr>
            <p:ph type="body" idx="2"/>
          </p:nvPr>
        </p:nvSpPr>
        <p:spPr>
          <a:xfrm>
            <a:off x="3272933" y="1449388"/>
            <a:ext cx="2728800" cy="4500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1" name="Google Shape;271;p48"/>
          <p:cNvSpPr txBox="1">
            <a:spLocks noGrp="1"/>
          </p:cNvSpPr>
          <p:nvPr>
            <p:ph type="body" idx="3"/>
          </p:nvPr>
        </p:nvSpPr>
        <p:spPr>
          <a:xfrm>
            <a:off x="6185504" y="1449388"/>
            <a:ext cx="2728800" cy="4500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2" name="Google Shape;272;p48"/>
          <p:cNvSpPr txBox="1">
            <a:spLocks noGrp="1"/>
          </p:cNvSpPr>
          <p:nvPr>
            <p:ph type="body" idx="4"/>
          </p:nvPr>
        </p:nvSpPr>
        <p:spPr>
          <a:xfrm>
            <a:off x="9098074" y="1449388"/>
            <a:ext cx="2728800" cy="4500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3" name="Google Shape;273;p48"/>
          <p:cNvSpPr txBox="1">
            <a:spLocks noGrp="1"/>
          </p:cNvSpPr>
          <p:nvPr>
            <p:ph type="title"/>
          </p:nvPr>
        </p:nvSpPr>
        <p:spPr>
          <a:xfrm>
            <a:off x="3271524" y="407734"/>
            <a:ext cx="8555350" cy="4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75" name="Google Shape;275;p48"/>
          <p:cNvPicPr preferRelativeResize="0"/>
          <p:nvPr/>
        </p:nvPicPr>
        <p:blipFill rotWithShape="1">
          <a:blip r:embed="rId2">
            <a:alphaModFix/>
          </a:blip>
          <a:srcRect t="32199" b="32199"/>
          <a:stretch/>
        </p:blipFill>
        <p:spPr>
          <a:xfrm>
            <a:off x="266700" y="6301440"/>
            <a:ext cx="1466850" cy="391672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48"/>
          <p:cNvSpPr txBox="1">
            <a:spLocks noGrp="1"/>
          </p:cNvSpPr>
          <p:nvPr>
            <p:ph type="ftr" idx="11"/>
          </p:nvPr>
        </p:nvSpPr>
        <p:spPr>
          <a:xfrm>
            <a:off x="3271524" y="6369050"/>
            <a:ext cx="5326910" cy="19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7" name="Google Shape;277;p48"/>
          <p:cNvSpPr txBox="1">
            <a:spLocks noGrp="1"/>
          </p:cNvSpPr>
          <p:nvPr>
            <p:ph type="sldNum" idx="12"/>
          </p:nvPr>
        </p:nvSpPr>
        <p:spPr>
          <a:xfrm>
            <a:off x="9080211" y="6369050"/>
            <a:ext cx="2743200" cy="19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Presentation Name |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" name="Google Shape;142;p35">
            <a:extLst>
              <a:ext uri="{FF2B5EF4-FFF2-40B4-BE49-F238E27FC236}">
                <a16:creationId xmlns:a16="http://schemas.microsoft.com/office/drawing/2014/main" id="{57ED5FB0-1373-6B9D-A603-92D7289D0D64}"/>
              </a:ext>
            </a:extLst>
          </p:cNvPr>
          <p:cNvSpPr txBox="1">
            <a:spLocks noGrp="1"/>
          </p:cNvSpPr>
          <p:nvPr>
            <p:ph type="body" idx="13"/>
          </p:nvPr>
        </p:nvSpPr>
        <p:spPr>
          <a:xfrm>
            <a:off x="3265175" y="831600"/>
            <a:ext cx="8555350" cy="296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1600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69632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BG SH 5 col" userDrawn="1">
  <p:cSld name="Content BG SH 5 col"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9"/>
          <p:cNvSpPr/>
          <p:nvPr/>
        </p:nvSpPr>
        <p:spPr>
          <a:xfrm>
            <a:off x="10068000" y="0"/>
            <a:ext cx="2124000" cy="6759207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49"/>
          <p:cNvSpPr txBox="1">
            <a:spLocks noGrp="1"/>
          </p:cNvSpPr>
          <p:nvPr>
            <p:ph type="body" idx="1"/>
          </p:nvPr>
        </p:nvSpPr>
        <p:spPr>
          <a:xfrm>
            <a:off x="371475" y="1449388"/>
            <a:ext cx="1760400" cy="4500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1" name="Google Shape;281;p49"/>
          <p:cNvSpPr txBox="1">
            <a:spLocks noGrp="1"/>
          </p:cNvSpPr>
          <p:nvPr>
            <p:ph type="body" idx="2"/>
          </p:nvPr>
        </p:nvSpPr>
        <p:spPr>
          <a:xfrm>
            <a:off x="2309901" y="1449388"/>
            <a:ext cx="1760400" cy="4500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2" name="Google Shape;282;p49"/>
          <p:cNvSpPr txBox="1">
            <a:spLocks noGrp="1"/>
          </p:cNvSpPr>
          <p:nvPr>
            <p:ph type="body" idx="3"/>
          </p:nvPr>
        </p:nvSpPr>
        <p:spPr>
          <a:xfrm>
            <a:off x="4248327" y="1449388"/>
            <a:ext cx="1760400" cy="4500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3" name="Google Shape;283;p49"/>
          <p:cNvSpPr txBox="1">
            <a:spLocks noGrp="1"/>
          </p:cNvSpPr>
          <p:nvPr>
            <p:ph type="body" idx="4"/>
          </p:nvPr>
        </p:nvSpPr>
        <p:spPr>
          <a:xfrm>
            <a:off x="6186753" y="1449388"/>
            <a:ext cx="1760400" cy="4500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4" name="Google Shape;284;p49"/>
          <p:cNvSpPr txBox="1">
            <a:spLocks noGrp="1"/>
          </p:cNvSpPr>
          <p:nvPr>
            <p:ph type="body" idx="5"/>
          </p:nvPr>
        </p:nvSpPr>
        <p:spPr>
          <a:xfrm>
            <a:off x="8125180" y="1449388"/>
            <a:ext cx="1760400" cy="4500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5" name="Google Shape;285;p49"/>
          <p:cNvSpPr txBox="1">
            <a:spLocks noGrp="1"/>
          </p:cNvSpPr>
          <p:nvPr>
            <p:ph type="body" idx="6"/>
          </p:nvPr>
        </p:nvSpPr>
        <p:spPr>
          <a:xfrm>
            <a:off x="10328274" y="1710000"/>
            <a:ext cx="1498599" cy="39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 sz="1100"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 sz="1100"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 sz="1100"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 sz="11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6" name="Google Shape;286;p49"/>
          <p:cNvSpPr txBox="1">
            <a:spLocks noGrp="1"/>
          </p:cNvSpPr>
          <p:nvPr>
            <p:ph type="title"/>
          </p:nvPr>
        </p:nvSpPr>
        <p:spPr>
          <a:xfrm>
            <a:off x="371475" y="407734"/>
            <a:ext cx="9514105" cy="4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8" name="Google Shape;288;p49"/>
          <p:cNvSpPr txBox="1">
            <a:spLocks noGrp="1"/>
          </p:cNvSpPr>
          <p:nvPr>
            <p:ph type="ftr" idx="11"/>
          </p:nvPr>
        </p:nvSpPr>
        <p:spPr>
          <a:xfrm>
            <a:off x="2131875" y="6369050"/>
            <a:ext cx="6466559" cy="19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9" name="Google Shape;289;p49"/>
          <p:cNvSpPr txBox="1">
            <a:spLocks noGrp="1"/>
          </p:cNvSpPr>
          <p:nvPr>
            <p:ph type="sldNum" idx="12"/>
          </p:nvPr>
        </p:nvSpPr>
        <p:spPr>
          <a:xfrm>
            <a:off x="9080211" y="6369050"/>
            <a:ext cx="2743200" cy="19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Presentation Name |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" name="Google Shape;142;p35">
            <a:extLst>
              <a:ext uri="{FF2B5EF4-FFF2-40B4-BE49-F238E27FC236}">
                <a16:creationId xmlns:a16="http://schemas.microsoft.com/office/drawing/2014/main" id="{FEE3CE03-B291-1FED-7D8E-C631A5CC95DC}"/>
              </a:ext>
            </a:extLst>
          </p:cNvPr>
          <p:cNvSpPr txBox="1">
            <a:spLocks noGrp="1"/>
          </p:cNvSpPr>
          <p:nvPr>
            <p:ph type="body" idx="13"/>
          </p:nvPr>
        </p:nvSpPr>
        <p:spPr>
          <a:xfrm>
            <a:off x="371475" y="831600"/>
            <a:ext cx="9514105" cy="296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1600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25958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1 SH" userDrawn="1">
  <p:cSld name="Content 1 SH"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50"/>
          <p:cNvSpPr txBox="1">
            <a:spLocks noGrp="1"/>
          </p:cNvSpPr>
          <p:nvPr>
            <p:ph type="title"/>
          </p:nvPr>
        </p:nvSpPr>
        <p:spPr>
          <a:xfrm>
            <a:off x="371475" y="407734"/>
            <a:ext cx="11449050" cy="4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3" name="Google Shape;293;p50"/>
          <p:cNvSpPr txBox="1">
            <a:spLocks noGrp="1"/>
          </p:cNvSpPr>
          <p:nvPr>
            <p:ph type="ftr" idx="11"/>
          </p:nvPr>
        </p:nvSpPr>
        <p:spPr>
          <a:xfrm>
            <a:off x="2065327" y="6369050"/>
            <a:ext cx="6533107" cy="19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4" name="Google Shape;294;p50"/>
          <p:cNvSpPr txBox="1">
            <a:spLocks noGrp="1"/>
          </p:cNvSpPr>
          <p:nvPr>
            <p:ph type="sldNum" idx="12"/>
          </p:nvPr>
        </p:nvSpPr>
        <p:spPr>
          <a:xfrm>
            <a:off x="9080211" y="6369050"/>
            <a:ext cx="2743200" cy="19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Presentation Name |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" name="Google Shape;142;p35">
            <a:extLst>
              <a:ext uri="{FF2B5EF4-FFF2-40B4-BE49-F238E27FC236}">
                <a16:creationId xmlns:a16="http://schemas.microsoft.com/office/drawing/2014/main" id="{6FA23E8E-9652-A64B-0FD5-271526E2835F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371475" y="831600"/>
            <a:ext cx="11449050" cy="296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1600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97674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footer only">
  <p:cSld name="Content footer only"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51"/>
          <p:cNvSpPr txBox="1">
            <a:spLocks noGrp="1"/>
          </p:cNvSpPr>
          <p:nvPr>
            <p:ph type="ftr" idx="11"/>
          </p:nvPr>
        </p:nvSpPr>
        <p:spPr>
          <a:xfrm>
            <a:off x="2065327" y="6369050"/>
            <a:ext cx="6533107" cy="19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7" name="Google Shape;297;p51"/>
          <p:cNvSpPr txBox="1">
            <a:spLocks noGrp="1"/>
          </p:cNvSpPr>
          <p:nvPr>
            <p:ph type="sldNum" idx="12"/>
          </p:nvPr>
        </p:nvSpPr>
        <p:spPr>
          <a:xfrm>
            <a:off x="9080211" y="6369050"/>
            <a:ext cx="2743200" cy="19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Presentation Name |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6668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photo SH 1 white logo" userDrawn="1">
  <p:cSld name="Content photo SH 1 white logo"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52"/>
          <p:cNvSpPr>
            <a:spLocks noGrp="1"/>
          </p:cNvSpPr>
          <p:nvPr>
            <p:ph type="pic" idx="2"/>
          </p:nvPr>
        </p:nvSpPr>
        <p:spPr>
          <a:xfrm>
            <a:off x="0" y="0"/>
            <a:ext cx="6003925" cy="6760800"/>
          </a:xfrm>
          <a:prstGeom prst="rect">
            <a:avLst/>
          </a:prstGeom>
          <a:noFill/>
          <a:ln>
            <a:noFill/>
          </a:ln>
        </p:spPr>
      </p:sp>
      <p:sp>
        <p:nvSpPr>
          <p:cNvPr id="300" name="Google Shape;300;p52"/>
          <p:cNvSpPr txBox="1">
            <a:spLocks noGrp="1"/>
          </p:cNvSpPr>
          <p:nvPr>
            <p:ph type="body" idx="1"/>
          </p:nvPr>
        </p:nvSpPr>
        <p:spPr>
          <a:xfrm>
            <a:off x="6200965" y="1449388"/>
            <a:ext cx="5619559" cy="4500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1" name="Google Shape;301;p52"/>
          <p:cNvSpPr txBox="1">
            <a:spLocks noGrp="1"/>
          </p:cNvSpPr>
          <p:nvPr>
            <p:ph type="title"/>
          </p:nvPr>
        </p:nvSpPr>
        <p:spPr>
          <a:xfrm>
            <a:off x="6191249" y="407734"/>
            <a:ext cx="5629275" cy="4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03" name="Google Shape;303;p52"/>
          <p:cNvPicPr preferRelativeResize="0"/>
          <p:nvPr/>
        </p:nvPicPr>
        <p:blipFill rotWithShape="1">
          <a:blip r:embed="rId2">
            <a:alphaModFix/>
          </a:blip>
          <a:srcRect t="32199" b="32199"/>
          <a:stretch/>
        </p:blipFill>
        <p:spPr>
          <a:xfrm>
            <a:off x="266700" y="6301440"/>
            <a:ext cx="1466850" cy="391672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52"/>
          <p:cNvSpPr txBox="1">
            <a:spLocks noGrp="1"/>
          </p:cNvSpPr>
          <p:nvPr>
            <p:ph type="ftr" idx="11"/>
          </p:nvPr>
        </p:nvSpPr>
        <p:spPr>
          <a:xfrm>
            <a:off x="6188077" y="6369050"/>
            <a:ext cx="2410357" cy="19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5" name="Google Shape;305;p52"/>
          <p:cNvSpPr txBox="1">
            <a:spLocks noGrp="1"/>
          </p:cNvSpPr>
          <p:nvPr>
            <p:ph type="sldNum" idx="12"/>
          </p:nvPr>
        </p:nvSpPr>
        <p:spPr>
          <a:xfrm>
            <a:off x="9080211" y="6369050"/>
            <a:ext cx="2743200" cy="19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Presentation Name |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" name="Google Shape;142;p35">
            <a:extLst>
              <a:ext uri="{FF2B5EF4-FFF2-40B4-BE49-F238E27FC236}">
                <a16:creationId xmlns:a16="http://schemas.microsoft.com/office/drawing/2014/main" id="{B18944E4-16F4-2D6C-0E8B-04EDBB652BB6}"/>
              </a:ext>
            </a:extLst>
          </p:cNvPr>
          <p:cNvSpPr txBox="1">
            <a:spLocks noGrp="1"/>
          </p:cNvSpPr>
          <p:nvPr>
            <p:ph type="body" idx="13"/>
          </p:nvPr>
        </p:nvSpPr>
        <p:spPr>
          <a:xfrm>
            <a:off x="6188077" y="831600"/>
            <a:ext cx="5632448" cy="296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1600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00599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photo SH 1 black logo" userDrawn="1">
  <p:cSld name="Content photo SH 1 black logo"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53"/>
          <p:cNvSpPr>
            <a:spLocks noGrp="1"/>
          </p:cNvSpPr>
          <p:nvPr>
            <p:ph type="pic" idx="2"/>
          </p:nvPr>
        </p:nvSpPr>
        <p:spPr>
          <a:xfrm>
            <a:off x="0" y="0"/>
            <a:ext cx="6003925" cy="6760800"/>
          </a:xfrm>
          <a:prstGeom prst="rect">
            <a:avLst/>
          </a:prstGeom>
          <a:noFill/>
          <a:ln>
            <a:noFill/>
          </a:ln>
        </p:spPr>
      </p:sp>
      <p:sp>
        <p:nvSpPr>
          <p:cNvPr id="308" name="Google Shape;308;p53"/>
          <p:cNvSpPr txBox="1">
            <a:spLocks noGrp="1"/>
          </p:cNvSpPr>
          <p:nvPr>
            <p:ph type="body" idx="1"/>
          </p:nvPr>
        </p:nvSpPr>
        <p:spPr>
          <a:xfrm>
            <a:off x="6200965" y="1449388"/>
            <a:ext cx="5619559" cy="4500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9" name="Google Shape;309;p53"/>
          <p:cNvSpPr txBox="1">
            <a:spLocks noGrp="1"/>
          </p:cNvSpPr>
          <p:nvPr>
            <p:ph type="title"/>
          </p:nvPr>
        </p:nvSpPr>
        <p:spPr>
          <a:xfrm>
            <a:off x="6191249" y="407734"/>
            <a:ext cx="5629275" cy="4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1" name="Google Shape;311;p53"/>
          <p:cNvSpPr txBox="1">
            <a:spLocks noGrp="1"/>
          </p:cNvSpPr>
          <p:nvPr>
            <p:ph type="ftr" idx="11"/>
          </p:nvPr>
        </p:nvSpPr>
        <p:spPr>
          <a:xfrm>
            <a:off x="6188077" y="6369050"/>
            <a:ext cx="2410357" cy="19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2" name="Google Shape;312;p53"/>
          <p:cNvSpPr txBox="1">
            <a:spLocks noGrp="1"/>
          </p:cNvSpPr>
          <p:nvPr>
            <p:ph type="sldNum" idx="12"/>
          </p:nvPr>
        </p:nvSpPr>
        <p:spPr>
          <a:xfrm>
            <a:off x="9080211" y="6369050"/>
            <a:ext cx="2743200" cy="19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Presentation Name |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" name="Google Shape;142;p35">
            <a:extLst>
              <a:ext uri="{FF2B5EF4-FFF2-40B4-BE49-F238E27FC236}">
                <a16:creationId xmlns:a16="http://schemas.microsoft.com/office/drawing/2014/main" id="{72F9976A-CFE8-6F97-F239-A7DC5B49D781}"/>
              </a:ext>
            </a:extLst>
          </p:cNvPr>
          <p:cNvSpPr txBox="1">
            <a:spLocks noGrp="1"/>
          </p:cNvSpPr>
          <p:nvPr>
            <p:ph type="body" idx="13"/>
          </p:nvPr>
        </p:nvSpPr>
        <p:spPr>
          <a:xfrm>
            <a:off x="6188077" y="831600"/>
            <a:ext cx="5632448" cy="296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1600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6302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photo SH 2 white logo" userDrawn="1">
  <p:cSld name="Content photo SH 2 white logo"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54"/>
          <p:cNvSpPr txBox="1">
            <a:spLocks noGrp="1"/>
          </p:cNvSpPr>
          <p:nvPr>
            <p:ph type="body" idx="1"/>
          </p:nvPr>
        </p:nvSpPr>
        <p:spPr>
          <a:xfrm>
            <a:off x="4257618" y="1449388"/>
            <a:ext cx="3672000" cy="4500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5" name="Google Shape;315;p54"/>
          <p:cNvSpPr txBox="1">
            <a:spLocks noGrp="1"/>
          </p:cNvSpPr>
          <p:nvPr>
            <p:ph type="body" idx="2"/>
          </p:nvPr>
        </p:nvSpPr>
        <p:spPr>
          <a:xfrm>
            <a:off x="8154874" y="1449388"/>
            <a:ext cx="3672000" cy="4500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6" name="Google Shape;316;p54"/>
          <p:cNvSpPr txBox="1">
            <a:spLocks noGrp="1"/>
          </p:cNvSpPr>
          <p:nvPr>
            <p:ph type="title"/>
          </p:nvPr>
        </p:nvSpPr>
        <p:spPr>
          <a:xfrm>
            <a:off x="4257617" y="407734"/>
            <a:ext cx="7562907" cy="4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8" name="Google Shape;318;p54"/>
          <p:cNvSpPr>
            <a:spLocks noGrp="1"/>
          </p:cNvSpPr>
          <p:nvPr>
            <p:ph type="pic" idx="4"/>
          </p:nvPr>
        </p:nvSpPr>
        <p:spPr>
          <a:xfrm>
            <a:off x="0" y="0"/>
            <a:ext cx="4032250" cy="6760800"/>
          </a:xfrm>
          <a:prstGeom prst="rect">
            <a:avLst/>
          </a:prstGeom>
          <a:noFill/>
          <a:ln>
            <a:noFill/>
          </a:ln>
        </p:spPr>
      </p:sp>
      <p:pic>
        <p:nvPicPr>
          <p:cNvPr id="319" name="Google Shape;319;p54"/>
          <p:cNvPicPr preferRelativeResize="0"/>
          <p:nvPr/>
        </p:nvPicPr>
        <p:blipFill rotWithShape="1">
          <a:blip r:embed="rId2">
            <a:alphaModFix/>
          </a:blip>
          <a:srcRect t="32199" b="32199"/>
          <a:stretch/>
        </p:blipFill>
        <p:spPr>
          <a:xfrm>
            <a:off x="266700" y="6301440"/>
            <a:ext cx="1466850" cy="391672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54"/>
          <p:cNvSpPr txBox="1">
            <a:spLocks noGrp="1"/>
          </p:cNvSpPr>
          <p:nvPr>
            <p:ph type="ftr" idx="11"/>
          </p:nvPr>
        </p:nvSpPr>
        <p:spPr>
          <a:xfrm>
            <a:off x="4257617" y="6369050"/>
            <a:ext cx="4340817" cy="19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p54"/>
          <p:cNvSpPr txBox="1">
            <a:spLocks noGrp="1"/>
          </p:cNvSpPr>
          <p:nvPr>
            <p:ph type="sldNum" idx="12"/>
          </p:nvPr>
        </p:nvSpPr>
        <p:spPr>
          <a:xfrm>
            <a:off x="9080211" y="6369050"/>
            <a:ext cx="2743200" cy="19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Presentation Name |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" name="Google Shape;142;p35">
            <a:extLst>
              <a:ext uri="{FF2B5EF4-FFF2-40B4-BE49-F238E27FC236}">
                <a16:creationId xmlns:a16="http://schemas.microsoft.com/office/drawing/2014/main" id="{6EC14F28-4E72-EF06-24B4-5851E6DE84E7}"/>
              </a:ext>
            </a:extLst>
          </p:cNvPr>
          <p:cNvSpPr txBox="1">
            <a:spLocks noGrp="1"/>
          </p:cNvSpPr>
          <p:nvPr>
            <p:ph type="body" idx="13"/>
          </p:nvPr>
        </p:nvSpPr>
        <p:spPr>
          <a:xfrm>
            <a:off x="4257617" y="831600"/>
            <a:ext cx="7562908" cy="296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1600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7463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photo SH 2 black logo" userDrawn="1">
  <p:cSld name="Content photo SH 2 black logo"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55"/>
          <p:cNvSpPr>
            <a:spLocks noGrp="1"/>
          </p:cNvSpPr>
          <p:nvPr>
            <p:ph type="pic" idx="2"/>
          </p:nvPr>
        </p:nvSpPr>
        <p:spPr>
          <a:xfrm>
            <a:off x="0" y="0"/>
            <a:ext cx="4032250" cy="6760800"/>
          </a:xfrm>
          <a:prstGeom prst="rect">
            <a:avLst/>
          </a:prstGeom>
          <a:noFill/>
          <a:ln>
            <a:noFill/>
          </a:ln>
        </p:spPr>
      </p:sp>
      <p:sp>
        <p:nvSpPr>
          <p:cNvPr id="324" name="Google Shape;324;p55"/>
          <p:cNvSpPr txBox="1">
            <a:spLocks noGrp="1"/>
          </p:cNvSpPr>
          <p:nvPr>
            <p:ph type="body" idx="1"/>
          </p:nvPr>
        </p:nvSpPr>
        <p:spPr>
          <a:xfrm>
            <a:off x="4257618" y="1449388"/>
            <a:ext cx="3672000" cy="4500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5" name="Google Shape;325;p55"/>
          <p:cNvSpPr txBox="1">
            <a:spLocks noGrp="1"/>
          </p:cNvSpPr>
          <p:nvPr>
            <p:ph type="body" idx="3"/>
          </p:nvPr>
        </p:nvSpPr>
        <p:spPr>
          <a:xfrm>
            <a:off x="8154874" y="1449388"/>
            <a:ext cx="3672000" cy="4500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6" name="Google Shape;326;p55"/>
          <p:cNvSpPr txBox="1">
            <a:spLocks noGrp="1"/>
          </p:cNvSpPr>
          <p:nvPr>
            <p:ph type="title"/>
          </p:nvPr>
        </p:nvSpPr>
        <p:spPr>
          <a:xfrm>
            <a:off x="4257617" y="407734"/>
            <a:ext cx="7562907" cy="4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8" name="Google Shape;328;p55"/>
          <p:cNvSpPr txBox="1">
            <a:spLocks noGrp="1"/>
          </p:cNvSpPr>
          <p:nvPr>
            <p:ph type="ftr" idx="11"/>
          </p:nvPr>
        </p:nvSpPr>
        <p:spPr>
          <a:xfrm>
            <a:off x="4257617" y="6369050"/>
            <a:ext cx="4340817" cy="19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9" name="Google Shape;329;p55"/>
          <p:cNvSpPr txBox="1">
            <a:spLocks noGrp="1"/>
          </p:cNvSpPr>
          <p:nvPr>
            <p:ph type="sldNum" idx="12"/>
          </p:nvPr>
        </p:nvSpPr>
        <p:spPr>
          <a:xfrm>
            <a:off x="9080211" y="6369050"/>
            <a:ext cx="2743200" cy="19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Presentation Name |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" name="Google Shape;142;p35">
            <a:extLst>
              <a:ext uri="{FF2B5EF4-FFF2-40B4-BE49-F238E27FC236}">
                <a16:creationId xmlns:a16="http://schemas.microsoft.com/office/drawing/2014/main" id="{96085D02-82B8-D196-1BE7-44A3B0783E56}"/>
              </a:ext>
            </a:extLst>
          </p:cNvPr>
          <p:cNvSpPr txBox="1">
            <a:spLocks noGrp="1"/>
          </p:cNvSpPr>
          <p:nvPr>
            <p:ph type="body" idx="13"/>
          </p:nvPr>
        </p:nvSpPr>
        <p:spPr>
          <a:xfrm>
            <a:off x="4257617" y="831600"/>
            <a:ext cx="7562908" cy="296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1600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64943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photo SH 3 white logo" userDrawn="1">
  <p:cSld name="Content photo SH 3 white logo"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56"/>
          <p:cNvSpPr txBox="1">
            <a:spLocks noGrp="1"/>
          </p:cNvSpPr>
          <p:nvPr>
            <p:ph type="body" idx="1"/>
          </p:nvPr>
        </p:nvSpPr>
        <p:spPr>
          <a:xfrm>
            <a:off x="3272933" y="1449388"/>
            <a:ext cx="2728800" cy="4500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2" name="Google Shape;332;p56"/>
          <p:cNvSpPr txBox="1">
            <a:spLocks noGrp="1"/>
          </p:cNvSpPr>
          <p:nvPr>
            <p:ph type="body" idx="2"/>
          </p:nvPr>
        </p:nvSpPr>
        <p:spPr>
          <a:xfrm>
            <a:off x="6185504" y="1449388"/>
            <a:ext cx="2728800" cy="4500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3" name="Google Shape;333;p56"/>
          <p:cNvSpPr txBox="1">
            <a:spLocks noGrp="1"/>
          </p:cNvSpPr>
          <p:nvPr>
            <p:ph type="body" idx="3"/>
          </p:nvPr>
        </p:nvSpPr>
        <p:spPr>
          <a:xfrm>
            <a:off x="9098074" y="1449388"/>
            <a:ext cx="2728800" cy="4500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4" name="Google Shape;334;p56"/>
          <p:cNvSpPr txBox="1">
            <a:spLocks noGrp="1"/>
          </p:cNvSpPr>
          <p:nvPr>
            <p:ph type="title"/>
          </p:nvPr>
        </p:nvSpPr>
        <p:spPr>
          <a:xfrm>
            <a:off x="3272399" y="407734"/>
            <a:ext cx="8548125" cy="4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6" name="Google Shape;336;p56"/>
          <p:cNvSpPr>
            <a:spLocks noGrp="1"/>
          </p:cNvSpPr>
          <p:nvPr>
            <p:ph type="pic" idx="5"/>
          </p:nvPr>
        </p:nvSpPr>
        <p:spPr>
          <a:xfrm>
            <a:off x="0" y="0"/>
            <a:ext cx="3089275" cy="6756400"/>
          </a:xfrm>
          <a:prstGeom prst="rect">
            <a:avLst/>
          </a:prstGeom>
          <a:noFill/>
          <a:ln>
            <a:noFill/>
          </a:ln>
        </p:spPr>
      </p:sp>
      <p:pic>
        <p:nvPicPr>
          <p:cNvPr id="337" name="Google Shape;337;p56"/>
          <p:cNvPicPr preferRelativeResize="0"/>
          <p:nvPr/>
        </p:nvPicPr>
        <p:blipFill rotWithShape="1">
          <a:blip r:embed="rId2">
            <a:alphaModFix/>
          </a:blip>
          <a:srcRect t="32199" b="32199"/>
          <a:stretch/>
        </p:blipFill>
        <p:spPr>
          <a:xfrm>
            <a:off x="266700" y="6301440"/>
            <a:ext cx="1466850" cy="391672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56"/>
          <p:cNvSpPr txBox="1">
            <a:spLocks noGrp="1"/>
          </p:cNvSpPr>
          <p:nvPr>
            <p:ph type="ftr" idx="11"/>
          </p:nvPr>
        </p:nvSpPr>
        <p:spPr>
          <a:xfrm>
            <a:off x="3272399" y="6369050"/>
            <a:ext cx="5326035" cy="19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9" name="Google Shape;339;p56"/>
          <p:cNvSpPr txBox="1">
            <a:spLocks noGrp="1"/>
          </p:cNvSpPr>
          <p:nvPr>
            <p:ph type="sldNum" idx="12"/>
          </p:nvPr>
        </p:nvSpPr>
        <p:spPr>
          <a:xfrm>
            <a:off x="9080211" y="6369050"/>
            <a:ext cx="2743200" cy="19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Presentation Name |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" name="Google Shape;142;p35">
            <a:extLst>
              <a:ext uri="{FF2B5EF4-FFF2-40B4-BE49-F238E27FC236}">
                <a16:creationId xmlns:a16="http://schemas.microsoft.com/office/drawing/2014/main" id="{EBE28A2F-7449-8BD1-837E-17C74279082D}"/>
              </a:ext>
            </a:extLst>
          </p:cNvPr>
          <p:cNvSpPr txBox="1">
            <a:spLocks noGrp="1"/>
          </p:cNvSpPr>
          <p:nvPr>
            <p:ph type="body" idx="13"/>
          </p:nvPr>
        </p:nvSpPr>
        <p:spPr>
          <a:xfrm>
            <a:off x="3272399" y="831600"/>
            <a:ext cx="8548126" cy="296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1600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34079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photo SH 3 black logo" userDrawn="1">
  <p:cSld name="Content photo SH 3 black logo"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57"/>
          <p:cNvSpPr>
            <a:spLocks noGrp="1"/>
          </p:cNvSpPr>
          <p:nvPr>
            <p:ph type="pic" idx="2"/>
          </p:nvPr>
        </p:nvSpPr>
        <p:spPr>
          <a:xfrm>
            <a:off x="0" y="0"/>
            <a:ext cx="3089275" cy="6756400"/>
          </a:xfrm>
          <a:prstGeom prst="rect">
            <a:avLst/>
          </a:prstGeom>
          <a:noFill/>
          <a:ln>
            <a:noFill/>
          </a:ln>
        </p:spPr>
      </p:sp>
      <p:sp>
        <p:nvSpPr>
          <p:cNvPr id="342" name="Google Shape;342;p57"/>
          <p:cNvSpPr txBox="1">
            <a:spLocks noGrp="1"/>
          </p:cNvSpPr>
          <p:nvPr>
            <p:ph type="body" idx="1"/>
          </p:nvPr>
        </p:nvSpPr>
        <p:spPr>
          <a:xfrm>
            <a:off x="3272933" y="1449388"/>
            <a:ext cx="2728800" cy="4500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3" name="Google Shape;343;p57"/>
          <p:cNvSpPr txBox="1">
            <a:spLocks noGrp="1"/>
          </p:cNvSpPr>
          <p:nvPr>
            <p:ph type="body" idx="3"/>
          </p:nvPr>
        </p:nvSpPr>
        <p:spPr>
          <a:xfrm>
            <a:off x="6185504" y="1449388"/>
            <a:ext cx="2728800" cy="4500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4" name="Google Shape;344;p57"/>
          <p:cNvSpPr txBox="1">
            <a:spLocks noGrp="1"/>
          </p:cNvSpPr>
          <p:nvPr>
            <p:ph type="body" idx="4"/>
          </p:nvPr>
        </p:nvSpPr>
        <p:spPr>
          <a:xfrm>
            <a:off x="9098074" y="1449388"/>
            <a:ext cx="2728800" cy="4500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5" name="Google Shape;345;p57"/>
          <p:cNvSpPr txBox="1">
            <a:spLocks noGrp="1"/>
          </p:cNvSpPr>
          <p:nvPr>
            <p:ph type="title"/>
          </p:nvPr>
        </p:nvSpPr>
        <p:spPr>
          <a:xfrm>
            <a:off x="3272399" y="407734"/>
            <a:ext cx="8548125" cy="4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7" name="Google Shape;347;p57"/>
          <p:cNvSpPr txBox="1">
            <a:spLocks noGrp="1"/>
          </p:cNvSpPr>
          <p:nvPr>
            <p:ph type="ftr" idx="11"/>
          </p:nvPr>
        </p:nvSpPr>
        <p:spPr>
          <a:xfrm>
            <a:off x="3272399" y="6369050"/>
            <a:ext cx="5326035" cy="19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8" name="Google Shape;348;p57"/>
          <p:cNvSpPr txBox="1">
            <a:spLocks noGrp="1"/>
          </p:cNvSpPr>
          <p:nvPr>
            <p:ph type="sldNum" idx="12"/>
          </p:nvPr>
        </p:nvSpPr>
        <p:spPr>
          <a:xfrm>
            <a:off x="9080211" y="6369050"/>
            <a:ext cx="2743200" cy="19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Presentation Name |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" name="Google Shape;142;p35">
            <a:extLst>
              <a:ext uri="{FF2B5EF4-FFF2-40B4-BE49-F238E27FC236}">
                <a16:creationId xmlns:a16="http://schemas.microsoft.com/office/drawing/2014/main" id="{85452877-25ED-CC49-E754-D4B745B3D120}"/>
              </a:ext>
            </a:extLst>
          </p:cNvPr>
          <p:cNvSpPr txBox="1">
            <a:spLocks noGrp="1"/>
          </p:cNvSpPr>
          <p:nvPr>
            <p:ph type="body" idx="13"/>
          </p:nvPr>
        </p:nvSpPr>
        <p:spPr>
          <a:xfrm>
            <a:off x="3272399" y="831600"/>
            <a:ext cx="8548126" cy="296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1600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4141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photo SH 4 white logo" userDrawn="1">
  <p:cSld name="Content photo SH 4 white logo"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8"/>
          <p:cNvSpPr txBox="1">
            <a:spLocks noGrp="1"/>
          </p:cNvSpPr>
          <p:nvPr>
            <p:ph type="body" idx="1"/>
          </p:nvPr>
        </p:nvSpPr>
        <p:spPr>
          <a:xfrm>
            <a:off x="2689691" y="1449388"/>
            <a:ext cx="2149200" cy="4500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1" name="Google Shape;351;p58"/>
          <p:cNvSpPr txBox="1">
            <a:spLocks noGrp="1"/>
          </p:cNvSpPr>
          <p:nvPr>
            <p:ph type="body" idx="2"/>
          </p:nvPr>
        </p:nvSpPr>
        <p:spPr>
          <a:xfrm>
            <a:off x="5019019" y="1449388"/>
            <a:ext cx="2149200" cy="4500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2" name="Google Shape;352;p58"/>
          <p:cNvSpPr txBox="1">
            <a:spLocks noGrp="1"/>
          </p:cNvSpPr>
          <p:nvPr>
            <p:ph type="body" idx="3"/>
          </p:nvPr>
        </p:nvSpPr>
        <p:spPr>
          <a:xfrm>
            <a:off x="7348347" y="1449388"/>
            <a:ext cx="2149200" cy="4500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3" name="Google Shape;353;p58"/>
          <p:cNvSpPr txBox="1">
            <a:spLocks noGrp="1"/>
          </p:cNvSpPr>
          <p:nvPr>
            <p:ph type="body" idx="4"/>
          </p:nvPr>
        </p:nvSpPr>
        <p:spPr>
          <a:xfrm>
            <a:off x="9677674" y="1449388"/>
            <a:ext cx="2149200" cy="4500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4" name="Google Shape;354;p58"/>
          <p:cNvSpPr>
            <a:spLocks noGrp="1"/>
          </p:cNvSpPr>
          <p:nvPr>
            <p:ph type="pic" idx="5"/>
          </p:nvPr>
        </p:nvSpPr>
        <p:spPr>
          <a:xfrm>
            <a:off x="0" y="0"/>
            <a:ext cx="2508250" cy="6757147"/>
          </a:xfrm>
          <a:prstGeom prst="rect">
            <a:avLst/>
          </a:prstGeom>
          <a:noFill/>
          <a:ln>
            <a:noFill/>
          </a:ln>
        </p:spPr>
      </p:sp>
      <p:sp>
        <p:nvSpPr>
          <p:cNvPr id="355" name="Google Shape;355;p58"/>
          <p:cNvSpPr txBox="1">
            <a:spLocks noGrp="1"/>
          </p:cNvSpPr>
          <p:nvPr>
            <p:ph type="title"/>
          </p:nvPr>
        </p:nvSpPr>
        <p:spPr>
          <a:xfrm>
            <a:off x="2688993" y="407734"/>
            <a:ext cx="9131531" cy="4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57" name="Google Shape;357;p58"/>
          <p:cNvPicPr preferRelativeResize="0"/>
          <p:nvPr/>
        </p:nvPicPr>
        <p:blipFill rotWithShape="1">
          <a:blip r:embed="rId2">
            <a:alphaModFix/>
          </a:blip>
          <a:srcRect t="32199" b="32199"/>
          <a:stretch/>
        </p:blipFill>
        <p:spPr>
          <a:xfrm>
            <a:off x="266700" y="6301440"/>
            <a:ext cx="1466850" cy="391672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58"/>
          <p:cNvSpPr txBox="1">
            <a:spLocks noGrp="1"/>
          </p:cNvSpPr>
          <p:nvPr>
            <p:ph type="ftr" idx="11"/>
          </p:nvPr>
        </p:nvSpPr>
        <p:spPr>
          <a:xfrm>
            <a:off x="2688993" y="6369050"/>
            <a:ext cx="5909441" cy="19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9" name="Google Shape;359;p58"/>
          <p:cNvSpPr txBox="1">
            <a:spLocks noGrp="1"/>
          </p:cNvSpPr>
          <p:nvPr>
            <p:ph type="sldNum" idx="12"/>
          </p:nvPr>
        </p:nvSpPr>
        <p:spPr>
          <a:xfrm>
            <a:off x="9080211" y="6369050"/>
            <a:ext cx="2743200" cy="19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Presentation Name |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" name="Google Shape;142;p35">
            <a:extLst>
              <a:ext uri="{FF2B5EF4-FFF2-40B4-BE49-F238E27FC236}">
                <a16:creationId xmlns:a16="http://schemas.microsoft.com/office/drawing/2014/main" id="{F4C67549-077E-2016-BFC9-AD6F7E15AD86}"/>
              </a:ext>
            </a:extLst>
          </p:cNvPr>
          <p:cNvSpPr txBox="1">
            <a:spLocks noGrp="1"/>
          </p:cNvSpPr>
          <p:nvPr>
            <p:ph type="body" idx="13"/>
          </p:nvPr>
        </p:nvSpPr>
        <p:spPr>
          <a:xfrm>
            <a:off x="2688993" y="831600"/>
            <a:ext cx="9131532" cy="296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1600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15805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photo SH 4 black logo" userDrawn="1">
  <p:cSld name="Content photo SH 4 black logo"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59"/>
          <p:cNvSpPr>
            <a:spLocks noGrp="1"/>
          </p:cNvSpPr>
          <p:nvPr>
            <p:ph type="pic" idx="2"/>
          </p:nvPr>
        </p:nvSpPr>
        <p:spPr>
          <a:xfrm>
            <a:off x="0" y="0"/>
            <a:ext cx="2508250" cy="6757147"/>
          </a:xfrm>
          <a:prstGeom prst="rect">
            <a:avLst/>
          </a:prstGeom>
          <a:noFill/>
          <a:ln>
            <a:noFill/>
          </a:ln>
        </p:spPr>
      </p:sp>
      <p:sp>
        <p:nvSpPr>
          <p:cNvPr id="362" name="Google Shape;362;p59"/>
          <p:cNvSpPr txBox="1">
            <a:spLocks noGrp="1"/>
          </p:cNvSpPr>
          <p:nvPr>
            <p:ph type="body" idx="1"/>
          </p:nvPr>
        </p:nvSpPr>
        <p:spPr>
          <a:xfrm>
            <a:off x="2689691" y="1449388"/>
            <a:ext cx="2149200" cy="4500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3" name="Google Shape;363;p59"/>
          <p:cNvSpPr txBox="1">
            <a:spLocks noGrp="1"/>
          </p:cNvSpPr>
          <p:nvPr>
            <p:ph type="body" idx="3"/>
          </p:nvPr>
        </p:nvSpPr>
        <p:spPr>
          <a:xfrm>
            <a:off x="5019019" y="1449388"/>
            <a:ext cx="2149200" cy="4500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4" name="Google Shape;364;p59"/>
          <p:cNvSpPr txBox="1">
            <a:spLocks noGrp="1"/>
          </p:cNvSpPr>
          <p:nvPr>
            <p:ph type="body" idx="4"/>
          </p:nvPr>
        </p:nvSpPr>
        <p:spPr>
          <a:xfrm>
            <a:off x="7348347" y="1449388"/>
            <a:ext cx="2149200" cy="4500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5" name="Google Shape;365;p59"/>
          <p:cNvSpPr txBox="1">
            <a:spLocks noGrp="1"/>
          </p:cNvSpPr>
          <p:nvPr>
            <p:ph type="body" idx="5"/>
          </p:nvPr>
        </p:nvSpPr>
        <p:spPr>
          <a:xfrm>
            <a:off x="9677674" y="1449388"/>
            <a:ext cx="2149200" cy="4500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6" name="Google Shape;366;p59"/>
          <p:cNvSpPr txBox="1">
            <a:spLocks noGrp="1"/>
          </p:cNvSpPr>
          <p:nvPr>
            <p:ph type="title"/>
          </p:nvPr>
        </p:nvSpPr>
        <p:spPr>
          <a:xfrm>
            <a:off x="2688993" y="407734"/>
            <a:ext cx="9131531" cy="4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8" name="Google Shape;368;p59"/>
          <p:cNvSpPr txBox="1">
            <a:spLocks noGrp="1"/>
          </p:cNvSpPr>
          <p:nvPr>
            <p:ph type="ftr" idx="11"/>
          </p:nvPr>
        </p:nvSpPr>
        <p:spPr>
          <a:xfrm>
            <a:off x="2688993" y="6369050"/>
            <a:ext cx="5909441" cy="19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9" name="Google Shape;369;p59"/>
          <p:cNvSpPr txBox="1">
            <a:spLocks noGrp="1"/>
          </p:cNvSpPr>
          <p:nvPr>
            <p:ph type="sldNum" idx="12"/>
          </p:nvPr>
        </p:nvSpPr>
        <p:spPr>
          <a:xfrm>
            <a:off x="9080211" y="6369050"/>
            <a:ext cx="2743200" cy="19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Presentation Name |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" name="Google Shape;142;p35">
            <a:extLst>
              <a:ext uri="{FF2B5EF4-FFF2-40B4-BE49-F238E27FC236}">
                <a16:creationId xmlns:a16="http://schemas.microsoft.com/office/drawing/2014/main" id="{573FEDB5-2B91-CBEC-CE8C-7BCE2A8B313A}"/>
              </a:ext>
            </a:extLst>
          </p:cNvPr>
          <p:cNvSpPr txBox="1">
            <a:spLocks noGrp="1"/>
          </p:cNvSpPr>
          <p:nvPr>
            <p:ph type="body" idx="13"/>
          </p:nvPr>
        </p:nvSpPr>
        <p:spPr>
          <a:xfrm>
            <a:off x="2688993" y="831600"/>
            <a:ext cx="9131532" cy="296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1600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89582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 (Blue-pattern)">
  <p:cSld name="Thank you (Blue-pattern)">
    <p:bg>
      <p:bgPr>
        <a:solidFill>
          <a:schemeClr val="lt2"/>
        </a:solidFill>
        <a:effectLst/>
      </p:bgPr>
    </p:bg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1" name="Google Shape;371;p60"/>
          <p:cNvPicPr preferRelativeResize="0"/>
          <p:nvPr/>
        </p:nvPicPr>
        <p:blipFill rotWithShape="1">
          <a:blip r:embed="rId2">
            <a:alphaModFix/>
          </a:blip>
          <a:srcRect l="-375" t="5263" r="57086" b="44062"/>
          <a:stretch/>
        </p:blipFill>
        <p:spPr>
          <a:xfrm>
            <a:off x="8670926" y="1593264"/>
            <a:ext cx="3521075" cy="5255198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60"/>
          <p:cNvSpPr txBox="1">
            <a:spLocks noGrp="1"/>
          </p:cNvSpPr>
          <p:nvPr>
            <p:ph type="subTitle" idx="1"/>
          </p:nvPr>
        </p:nvSpPr>
        <p:spPr>
          <a:xfrm>
            <a:off x="371475" y="3363735"/>
            <a:ext cx="3520800" cy="30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73" name="Google Shape;373;p60"/>
          <p:cNvSpPr txBox="1">
            <a:spLocks noGrp="1"/>
          </p:cNvSpPr>
          <p:nvPr>
            <p:ph type="ctrTitle"/>
          </p:nvPr>
        </p:nvSpPr>
        <p:spPr>
          <a:xfrm>
            <a:off x="371475" y="2644587"/>
            <a:ext cx="3520800" cy="531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1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74" name="Google Shape;374;p60"/>
          <p:cNvSpPr txBox="1">
            <a:spLocks noGrp="1"/>
          </p:cNvSpPr>
          <p:nvPr>
            <p:ph type="body" idx="2"/>
          </p:nvPr>
        </p:nvSpPr>
        <p:spPr>
          <a:xfrm>
            <a:off x="371475" y="3764572"/>
            <a:ext cx="3521075" cy="30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375" name="Google Shape;375;p60"/>
          <p:cNvPicPr preferRelativeResize="0"/>
          <p:nvPr/>
        </p:nvPicPr>
        <p:blipFill rotWithShape="1">
          <a:blip r:embed="rId3">
            <a:alphaModFix/>
          </a:blip>
          <a:srcRect t="32199" b="32199"/>
          <a:stretch/>
        </p:blipFill>
        <p:spPr>
          <a:xfrm>
            <a:off x="198783" y="5593558"/>
            <a:ext cx="2669441" cy="71278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37045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 (Teal-pattern)">
  <p:cSld name="Thank you (Teal-pattern)">
    <p:bg>
      <p:bgPr>
        <a:solidFill>
          <a:schemeClr val="dk2"/>
        </a:solidFill>
        <a:effectLst/>
      </p:bgPr>
    </p:bg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61"/>
          <p:cNvSpPr txBox="1">
            <a:spLocks noGrp="1"/>
          </p:cNvSpPr>
          <p:nvPr>
            <p:ph type="subTitle" idx="1"/>
          </p:nvPr>
        </p:nvSpPr>
        <p:spPr>
          <a:xfrm>
            <a:off x="371475" y="3363735"/>
            <a:ext cx="3520800" cy="30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78" name="Google Shape;378;p61"/>
          <p:cNvSpPr txBox="1">
            <a:spLocks noGrp="1"/>
          </p:cNvSpPr>
          <p:nvPr>
            <p:ph type="ctrTitle"/>
          </p:nvPr>
        </p:nvSpPr>
        <p:spPr>
          <a:xfrm>
            <a:off x="371475" y="2644587"/>
            <a:ext cx="3520800" cy="531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1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79" name="Google Shape;379;p61"/>
          <p:cNvPicPr preferRelativeResize="0"/>
          <p:nvPr/>
        </p:nvPicPr>
        <p:blipFill rotWithShape="1">
          <a:blip r:embed="rId2">
            <a:alphaModFix/>
          </a:blip>
          <a:srcRect l="-574" t="33902" r="57213" b="5160"/>
          <a:stretch/>
        </p:blipFill>
        <p:spPr>
          <a:xfrm>
            <a:off x="9246269" y="1"/>
            <a:ext cx="2945732" cy="5278452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61"/>
          <p:cNvSpPr txBox="1">
            <a:spLocks noGrp="1"/>
          </p:cNvSpPr>
          <p:nvPr>
            <p:ph type="body" idx="2"/>
          </p:nvPr>
        </p:nvSpPr>
        <p:spPr>
          <a:xfrm>
            <a:off x="371475" y="3764572"/>
            <a:ext cx="3521075" cy="30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381" name="Google Shape;381;p61"/>
          <p:cNvPicPr preferRelativeResize="0"/>
          <p:nvPr/>
        </p:nvPicPr>
        <p:blipFill rotWithShape="1">
          <a:blip r:embed="rId3">
            <a:alphaModFix/>
          </a:blip>
          <a:srcRect t="32199" b="32199"/>
          <a:stretch/>
        </p:blipFill>
        <p:spPr>
          <a:xfrm>
            <a:off x="198783" y="5600992"/>
            <a:ext cx="2669441" cy="71278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62662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 (White-pattern)">
  <p:cSld name="Thank you (White-pattern)">
    <p:bg>
      <p:bgPr>
        <a:solidFill>
          <a:schemeClr val="lt1"/>
        </a:solidFill>
        <a:effectLst/>
      </p:bgPr>
    </p:bg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3" name="Google Shape;383;p62"/>
          <p:cNvPicPr preferRelativeResize="0"/>
          <p:nvPr/>
        </p:nvPicPr>
        <p:blipFill rotWithShape="1">
          <a:blip r:embed="rId2">
            <a:alphaModFix/>
          </a:blip>
          <a:srcRect l="-21753" t="22549" r="63909" b="22342"/>
          <a:stretch/>
        </p:blipFill>
        <p:spPr>
          <a:xfrm>
            <a:off x="8211279" y="2022475"/>
            <a:ext cx="3980721" cy="4835525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62"/>
          <p:cNvSpPr txBox="1">
            <a:spLocks noGrp="1"/>
          </p:cNvSpPr>
          <p:nvPr>
            <p:ph type="subTitle" idx="1"/>
          </p:nvPr>
        </p:nvSpPr>
        <p:spPr>
          <a:xfrm>
            <a:off x="371475" y="3363735"/>
            <a:ext cx="3520800" cy="30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85" name="Google Shape;385;p62"/>
          <p:cNvSpPr txBox="1">
            <a:spLocks noGrp="1"/>
          </p:cNvSpPr>
          <p:nvPr>
            <p:ph type="ctrTitle"/>
          </p:nvPr>
        </p:nvSpPr>
        <p:spPr>
          <a:xfrm>
            <a:off x="371475" y="2644587"/>
            <a:ext cx="3520800" cy="531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6" name="Google Shape;386;p62"/>
          <p:cNvSpPr txBox="1">
            <a:spLocks noGrp="1"/>
          </p:cNvSpPr>
          <p:nvPr>
            <p:ph type="body" idx="2"/>
          </p:nvPr>
        </p:nvSpPr>
        <p:spPr>
          <a:xfrm>
            <a:off x="371475" y="3764572"/>
            <a:ext cx="3521075" cy="30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387" name="Google Shape;387;p62"/>
          <p:cNvPicPr preferRelativeResize="0"/>
          <p:nvPr/>
        </p:nvPicPr>
        <p:blipFill rotWithShape="1">
          <a:blip r:embed="rId3">
            <a:alphaModFix/>
          </a:blip>
          <a:srcRect t="33183" b="33184"/>
          <a:stretch/>
        </p:blipFill>
        <p:spPr>
          <a:xfrm>
            <a:off x="203199" y="5605974"/>
            <a:ext cx="2672373" cy="67406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57985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image" Target="../media/image1.png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>
            <a:spLocks noGrp="1"/>
          </p:cNvSpPr>
          <p:nvPr>
            <p:ph type="title"/>
          </p:nvPr>
        </p:nvSpPr>
        <p:spPr>
          <a:xfrm>
            <a:off x="371475" y="407734"/>
            <a:ext cx="11455400" cy="4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8"/>
          <p:cNvSpPr txBox="1">
            <a:spLocks noGrp="1"/>
          </p:cNvSpPr>
          <p:nvPr>
            <p:ph type="body" idx="1"/>
          </p:nvPr>
        </p:nvSpPr>
        <p:spPr>
          <a:xfrm>
            <a:off x="371476" y="1449387"/>
            <a:ext cx="11451936" cy="4506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12" name="Google Shape;12;p18"/>
          <p:cNvGrpSpPr/>
          <p:nvPr/>
        </p:nvGrpSpPr>
        <p:grpSpPr>
          <a:xfrm>
            <a:off x="-1162249" y="-600255"/>
            <a:ext cx="13699530" cy="7053442"/>
            <a:chOff x="-1162249" y="-600255"/>
            <a:chExt cx="13699530" cy="7053442"/>
          </a:xfrm>
        </p:grpSpPr>
        <p:cxnSp>
          <p:nvCxnSpPr>
            <p:cNvPr id="13" name="Google Shape;13;p18"/>
            <p:cNvCxnSpPr/>
            <p:nvPr/>
          </p:nvCxnSpPr>
          <p:spPr>
            <a:xfrm>
              <a:off x="-256200" y="1435011"/>
              <a:ext cx="180000" cy="0"/>
            </a:xfrm>
            <a:prstGeom prst="straightConnector1">
              <a:avLst/>
            </a:prstGeom>
            <a:noFill/>
            <a:ln w="9525" cap="flat" cmpd="sng">
              <a:solidFill>
                <a:srgbClr val="007D89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4" name="Google Shape;14;p18"/>
            <p:cNvCxnSpPr/>
            <p:nvPr/>
          </p:nvCxnSpPr>
          <p:spPr>
            <a:xfrm>
              <a:off x="-256200" y="6202956"/>
              <a:ext cx="180000" cy="0"/>
            </a:xfrm>
            <a:prstGeom prst="straightConnector1">
              <a:avLst/>
            </a:prstGeom>
            <a:noFill/>
            <a:ln w="9525" cap="flat" cmpd="sng">
              <a:solidFill>
                <a:srgbClr val="007D89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5" name="Google Shape;15;p18"/>
            <p:cNvCxnSpPr/>
            <p:nvPr/>
          </p:nvCxnSpPr>
          <p:spPr>
            <a:xfrm>
              <a:off x="-256200" y="3426354"/>
              <a:ext cx="180000" cy="0"/>
            </a:xfrm>
            <a:prstGeom prst="straightConnector1">
              <a:avLst/>
            </a:prstGeom>
            <a:noFill/>
            <a:ln w="9525" cap="flat" cmpd="sng">
              <a:solidFill>
                <a:srgbClr val="007D89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6" name="Google Shape;16;p18"/>
            <p:cNvCxnSpPr/>
            <p:nvPr/>
          </p:nvCxnSpPr>
          <p:spPr>
            <a:xfrm>
              <a:off x="-256200" y="5948198"/>
              <a:ext cx="180000" cy="0"/>
            </a:xfrm>
            <a:prstGeom prst="straightConnector1">
              <a:avLst/>
            </a:prstGeom>
            <a:noFill/>
            <a:ln w="9525" cap="flat" cmpd="sng">
              <a:solidFill>
                <a:srgbClr val="007D89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7" name="Google Shape;17;p18"/>
            <p:cNvSpPr txBox="1"/>
            <p:nvPr/>
          </p:nvSpPr>
          <p:spPr>
            <a:xfrm>
              <a:off x="-747711" y="1370900"/>
              <a:ext cx="438671" cy="1231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0" i="0" u="none" strike="noStrike" cap="none">
                  <a:solidFill>
                    <a:srgbClr val="007D89"/>
                  </a:solidFill>
                  <a:latin typeface="Arial"/>
                  <a:ea typeface="Arial"/>
                  <a:cs typeface="Arial"/>
                  <a:sym typeface="Arial"/>
                </a:rPr>
                <a:t>5.50cm</a:t>
              </a:r>
              <a:endParaRPr/>
            </a:p>
          </p:txBody>
        </p:sp>
        <p:sp>
          <p:nvSpPr>
            <p:cNvPr id="18" name="Google Shape;18;p18"/>
            <p:cNvSpPr txBox="1"/>
            <p:nvPr/>
          </p:nvSpPr>
          <p:spPr>
            <a:xfrm>
              <a:off x="-747711" y="3357884"/>
              <a:ext cx="438671" cy="1231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0" i="0" u="none" strike="noStrike" cap="none">
                  <a:solidFill>
                    <a:srgbClr val="007D89"/>
                  </a:solidFill>
                  <a:latin typeface="Arial"/>
                  <a:ea typeface="Arial"/>
                  <a:cs typeface="Arial"/>
                  <a:sym typeface="Arial"/>
                </a:rPr>
                <a:t>0 cm</a:t>
              </a:r>
              <a:endParaRPr/>
            </a:p>
          </p:txBody>
        </p:sp>
        <p:sp>
          <p:nvSpPr>
            <p:cNvPr id="19" name="Google Shape;19;p18"/>
            <p:cNvSpPr txBox="1"/>
            <p:nvPr/>
          </p:nvSpPr>
          <p:spPr>
            <a:xfrm>
              <a:off x="-747711" y="5709600"/>
              <a:ext cx="438671" cy="1231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0" i="0" u="none" strike="noStrike" cap="none">
                  <a:solidFill>
                    <a:srgbClr val="007D89"/>
                  </a:solidFill>
                  <a:latin typeface="Arial"/>
                  <a:ea typeface="Arial"/>
                  <a:cs typeface="Arial"/>
                  <a:sym typeface="Arial"/>
                </a:rPr>
                <a:t>7 cm</a:t>
              </a:r>
              <a:endParaRPr/>
            </a:p>
          </p:txBody>
        </p:sp>
        <p:sp>
          <p:nvSpPr>
            <p:cNvPr id="20" name="Google Shape;20;p18"/>
            <p:cNvSpPr txBox="1"/>
            <p:nvPr/>
          </p:nvSpPr>
          <p:spPr>
            <a:xfrm>
              <a:off x="304800" y="-437436"/>
              <a:ext cx="438671" cy="1231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0" i="0" u="none" strike="noStrike" cap="none">
                  <a:solidFill>
                    <a:srgbClr val="007D89"/>
                  </a:solidFill>
                  <a:latin typeface="Arial"/>
                  <a:ea typeface="Arial"/>
                  <a:cs typeface="Arial"/>
                  <a:sym typeface="Arial"/>
                </a:rPr>
                <a:t>15.9cm</a:t>
              </a:r>
              <a:endParaRPr/>
            </a:p>
          </p:txBody>
        </p:sp>
        <p:sp>
          <p:nvSpPr>
            <p:cNvPr id="21" name="Google Shape;21;p18"/>
            <p:cNvSpPr txBox="1"/>
            <p:nvPr/>
          </p:nvSpPr>
          <p:spPr>
            <a:xfrm>
              <a:off x="11426031" y="-437436"/>
              <a:ext cx="438671" cy="1231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0" i="0" u="none" strike="noStrike" cap="none">
                  <a:solidFill>
                    <a:srgbClr val="007D89"/>
                  </a:solidFill>
                  <a:latin typeface="Arial"/>
                  <a:ea typeface="Arial"/>
                  <a:cs typeface="Arial"/>
                  <a:sym typeface="Arial"/>
                </a:rPr>
                <a:t>15.9 cm</a:t>
              </a:r>
              <a:endParaRPr/>
            </a:p>
          </p:txBody>
        </p:sp>
        <p:cxnSp>
          <p:nvCxnSpPr>
            <p:cNvPr id="22" name="Google Shape;22;p18"/>
            <p:cNvCxnSpPr/>
            <p:nvPr/>
          </p:nvCxnSpPr>
          <p:spPr>
            <a:xfrm>
              <a:off x="371113" y="-265725"/>
              <a:ext cx="0" cy="180000"/>
            </a:xfrm>
            <a:prstGeom prst="straightConnector1">
              <a:avLst/>
            </a:prstGeom>
            <a:noFill/>
            <a:ln w="9525" cap="flat" cmpd="sng">
              <a:solidFill>
                <a:srgbClr val="007D89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3" name="Google Shape;23;p18"/>
            <p:cNvSpPr txBox="1"/>
            <p:nvPr/>
          </p:nvSpPr>
          <p:spPr>
            <a:xfrm>
              <a:off x="-1143000" y="5832711"/>
              <a:ext cx="833960" cy="1231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0" i="0" u="none" strike="noStrike" cap="none">
                  <a:solidFill>
                    <a:srgbClr val="007D89"/>
                  </a:solidFill>
                  <a:latin typeface="Arial"/>
                  <a:ea typeface="Arial"/>
                  <a:cs typeface="Arial"/>
                  <a:sym typeface="Arial"/>
                </a:rPr>
                <a:t>Content Bottom</a:t>
              </a:r>
              <a:endParaRPr/>
            </a:p>
          </p:txBody>
        </p:sp>
        <p:sp>
          <p:nvSpPr>
            <p:cNvPr id="24" name="Google Shape;24;p18"/>
            <p:cNvSpPr txBox="1"/>
            <p:nvPr/>
          </p:nvSpPr>
          <p:spPr>
            <a:xfrm>
              <a:off x="-1143000" y="1494011"/>
              <a:ext cx="833960" cy="1231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0" i="0" u="none" strike="noStrike" cap="none">
                  <a:solidFill>
                    <a:srgbClr val="007D89"/>
                  </a:solidFill>
                  <a:latin typeface="Arial"/>
                  <a:ea typeface="Arial"/>
                  <a:cs typeface="Arial"/>
                  <a:sym typeface="Arial"/>
                </a:rPr>
                <a:t>Content Top</a:t>
              </a:r>
              <a:endParaRPr/>
            </a:p>
          </p:txBody>
        </p:sp>
        <p:sp>
          <p:nvSpPr>
            <p:cNvPr id="25" name="Google Shape;25;p18"/>
            <p:cNvSpPr txBox="1"/>
            <p:nvPr/>
          </p:nvSpPr>
          <p:spPr>
            <a:xfrm>
              <a:off x="-590537" y="-438330"/>
              <a:ext cx="833960" cy="1231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0" i="0" u="none" strike="noStrike" cap="none">
                  <a:solidFill>
                    <a:srgbClr val="007D89"/>
                  </a:solidFill>
                  <a:latin typeface="Arial"/>
                  <a:ea typeface="Arial"/>
                  <a:cs typeface="Arial"/>
                  <a:sym typeface="Arial"/>
                </a:rPr>
                <a:t>Left Margin</a:t>
              </a:r>
              <a:endParaRPr/>
            </a:p>
          </p:txBody>
        </p:sp>
        <p:sp>
          <p:nvSpPr>
            <p:cNvPr id="26" name="Google Shape;26;p18"/>
            <p:cNvSpPr txBox="1"/>
            <p:nvPr/>
          </p:nvSpPr>
          <p:spPr>
            <a:xfrm>
              <a:off x="11898039" y="-438330"/>
              <a:ext cx="639242" cy="1231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0" i="0" u="none" strike="noStrike" cap="none">
                  <a:solidFill>
                    <a:srgbClr val="007D89"/>
                  </a:solidFill>
                  <a:latin typeface="Arial"/>
                  <a:ea typeface="Arial"/>
                  <a:cs typeface="Arial"/>
                  <a:sym typeface="Arial"/>
                </a:rPr>
                <a:t>Right Margin</a:t>
              </a:r>
              <a:endParaRPr/>
            </a:p>
          </p:txBody>
        </p:sp>
        <p:cxnSp>
          <p:nvCxnSpPr>
            <p:cNvPr id="27" name="Google Shape;27;p18"/>
            <p:cNvCxnSpPr/>
            <p:nvPr/>
          </p:nvCxnSpPr>
          <p:spPr>
            <a:xfrm>
              <a:off x="6096000" y="-363357"/>
              <a:ext cx="0" cy="180000"/>
            </a:xfrm>
            <a:prstGeom prst="straightConnector1">
              <a:avLst/>
            </a:prstGeom>
            <a:noFill/>
            <a:ln w="9525" cap="flat" cmpd="sng">
              <a:solidFill>
                <a:srgbClr val="007D89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8" name="Google Shape;28;p18"/>
            <p:cNvSpPr txBox="1"/>
            <p:nvPr/>
          </p:nvSpPr>
          <p:spPr>
            <a:xfrm>
              <a:off x="5914719" y="-600255"/>
              <a:ext cx="362256" cy="2462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0" i="0" u="none" strike="noStrike" cap="none">
                  <a:solidFill>
                    <a:srgbClr val="007D89"/>
                  </a:solidFill>
                  <a:latin typeface="Arial"/>
                  <a:ea typeface="Arial"/>
                  <a:cs typeface="Arial"/>
                  <a:sym typeface="Arial"/>
                </a:rPr>
                <a:t>Middle </a:t>
              </a:r>
              <a:br>
                <a:rPr lang="en-US" sz="800" b="0" i="0" u="none" strike="noStrike" cap="none">
                  <a:solidFill>
                    <a:srgbClr val="007D89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800" b="0" i="0" u="none" strike="noStrike" cap="none">
                  <a:solidFill>
                    <a:srgbClr val="007D89"/>
                  </a:solidFill>
                  <a:latin typeface="Arial"/>
                  <a:ea typeface="Arial"/>
                  <a:cs typeface="Arial"/>
                  <a:sym typeface="Arial"/>
                </a:rPr>
                <a:t>0cm </a:t>
              </a:r>
              <a:endParaRPr/>
            </a:p>
          </p:txBody>
        </p:sp>
        <p:sp>
          <p:nvSpPr>
            <p:cNvPr id="29" name="Google Shape;29;p18"/>
            <p:cNvSpPr txBox="1"/>
            <p:nvPr/>
          </p:nvSpPr>
          <p:spPr>
            <a:xfrm>
              <a:off x="5636264" y="-208836"/>
              <a:ext cx="362256" cy="1231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0" i="0" u="none" strike="noStrike" cap="none">
                  <a:solidFill>
                    <a:srgbClr val="007D89"/>
                  </a:solidFill>
                  <a:latin typeface="Arial"/>
                  <a:ea typeface="Arial"/>
                  <a:cs typeface="Arial"/>
                  <a:sym typeface="Arial"/>
                </a:rPr>
                <a:t>0.26cm</a:t>
              </a:r>
              <a:endParaRPr/>
            </a:p>
          </p:txBody>
        </p:sp>
        <p:cxnSp>
          <p:nvCxnSpPr>
            <p:cNvPr id="30" name="Google Shape;30;p18"/>
            <p:cNvCxnSpPr/>
            <p:nvPr/>
          </p:nvCxnSpPr>
          <p:spPr>
            <a:xfrm>
              <a:off x="6000389" y="-265725"/>
              <a:ext cx="0" cy="180000"/>
            </a:xfrm>
            <a:prstGeom prst="straightConnector1">
              <a:avLst/>
            </a:prstGeom>
            <a:noFill/>
            <a:ln w="9525" cap="flat" cmpd="sng">
              <a:solidFill>
                <a:srgbClr val="007D89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1" name="Google Shape;31;p18"/>
            <p:cNvCxnSpPr/>
            <p:nvPr/>
          </p:nvCxnSpPr>
          <p:spPr>
            <a:xfrm>
              <a:off x="6190362" y="-265725"/>
              <a:ext cx="0" cy="180000"/>
            </a:xfrm>
            <a:prstGeom prst="straightConnector1">
              <a:avLst/>
            </a:prstGeom>
            <a:noFill/>
            <a:ln w="9525" cap="flat" cmpd="sng">
              <a:solidFill>
                <a:srgbClr val="007D89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32" name="Google Shape;32;p18"/>
            <p:cNvSpPr txBox="1"/>
            <p:nvPr/>
          </p:nvSpPr>
          <p:spPr>
            <a:xfrm>
              <a:off x="6191102" y="-208836"/>
              <a:ext cx="362256" cy="1231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0" i="0" u="none" strike="noStrike" cap="none">
                  <a:solidFill>
                    <a:srgbClr val="007D89"/>
                  </a:solidFill>
                  <a:latin typeface="Arial"/>
                  <a:ea typeface="Arial"/>
                  <a:cs typeface="Arial"/>
                  <a:sym typeface="Arial"/>
                </a:rPr>
                <a:t>0.26cm</a:t>
              </a:r>
              <a:endParaRPr/>
            </a:p>
          </p:txBody>
        </p:sp>
        <p:cxnSp>
          <p:nvCxnSpPr>
            <p:cNvPr id="33" name="Google Shape;33;p18"/>
            <p:cNvCxnSpPr/>
            <p:nvPr/>
          </p:nvCxnSpPr>
          <p:spPr>
            <a:xfrm>
              <a:off x="11823411" y="-265725"/>
              <a:ext cx="0" cy="180000"/>
            </a:xfrm>
            <a:prstGeom prst="straightConnector1">
              <a:avLst/>
            </a:prstGeom>
            <a:noFill/>
            <a:ln w="9525" cap="flat" cmpd="sng">
              <a:solidFill>
                <a:srgbClr val="007D89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4" name="Google Shape;34;p18"/>
            <p:cNvCxnSpPr/>
            <p:nvPr/>
          </p:nvCxnSpPr>
          <p:spPr>
            <a:xfrm>
              <a:off x="-256200" y="407734"/>
              <a:ext cx="180000" cy="0"/>
            </a:xfrm>
            <a:prstGeom prst="straightConnector1">
              <a:avLst/>
            </a:prstGeom>
            <a:noFill/>
            <a:ln w="9525" cap="flat" cmpd="sng">
              <a:solidFill>
                <a:srgbClr val="007D89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35" name="Google Shape;35;p18"/>
            <p:cNvSpPr txBox="1"/>
            <p:nvPr/>
          </p:nvSpPr>
          <p:spPr>
            <a:xfrm>
              <a:off x="-747711" y="386341"/>
              <a:ext cx="438671" cy="1231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0" i="0" u="none" strike="noStrike" cap="none">
                  <a:solidFill>
                    <a:srgbClr val="007D89"/>
                  </a:solidFill>
                  <a:latin typeface="Arial"/>
                  <a:ea typeface="Arial"/>
                  <a:cs typeface="Arial"/>
                  <a:sym typeface="Arial"/>
                </a:rPr>
                <a:t>8.4cm</a:t>
              </a:r>
              <a:endParaRPr/>
            </a:p>
          </p:txBody>
        </p:sp>
        <p:sp>
          <p:nvSpPr>
            <p:cNvPr id="36" name="Google Shape;36;p18"/>
            <p:cNvSpPr txBox="1"/>
            <p:nvPr/>
          </p:nvSpPr>
          <p:spPr>
            <a:xfrm>
              <a:off x="-1143000" y="509452"/>
              <a:ext cx="833960" cy="1231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0" i="0" u="none" strike="noStrike" cap="none">
                  <a:solidFill>
                    <a:srgbClr val="007D89"/>
                  </a:solidFill>
                  <a:latin typeface="Arial"/>
                  <a:ea typeface="Arial"/>
                  <a:cs typeface="Arial"/>
                  <a:sym typeface="Arial"/>
                </a:rPr>
                <a:t>Title Top</a:t>
              </a:r>
              <a:endParaRPr/>
            </a:p>
          </p:txBody>
        </p:sp>
        <p:sp>
          <p:nvSpPr>
            <p:cNvPr id="37" name="Google Shape;37;p18"/>
            <p:cNvSpPr txBox="1"/>
            <p:nvPr/>
          </p:nvSpPr>
          <p:spPr>
            <a:xfrm>
              <a:off x="-766960" y="6206965"/>
              <a:ext cx="438671" cy="1231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0" i="0" u="none" strike="noStrike" cap="none">
                  <a:solidFill>
                    <a:srgbClr val="007D89"/>
                  </a:solidFill>
                  <a:latin typeface="Arial"/>
                  <a:ea typeface="Arial"/>
                  <a:cs typeface="Arial"/>
                  <a:sym typeface="Arial"/>
                </a:rPr>
                <a:t>7.70 cm</a:t>
              </a:r>
              <a:endParaRPr/>
            </a:p>
          </p:txBody>
        </p:sp>
        <p:sp>
          <p:nvSpPr>
            <p:cNvPr id="38" name="Google Shape;38;p18"/>
            <p:cNvSpPr txBox="1"/>
            <p:nvPr/>
          </p:nvSpPr>
          <p:spPr>
            <a:xfrm>
              <a:off x="-1162249" y="6330076"/>
              <a:ext cx="833960" cy="1231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0" i="0" u="none" strike="noStrike" cap="none">
                  <a:solidFill>
                    <a:srgbClr val="007D89"/>
                  </a:solidFill>
                  <a:latin typeface="Arial"/>
                  <a:ea typeface="Arial"/>
                  <a:cs typeface="Arial"/>
                  <a:sym typeface="Arial"/>
                </a:rPr>
                <a:t>Image Bottom</a:t>
              </a:r>
              <a:endParaRPr/>
            </a:p>
          </p:txBody>
        </p:sp>
      </p:grpSp>
      <p:sp>
        <p:nvSpPr>
          <p:cNvPr id="39" name="Google Shape;39;p18"/>
          <p:cNvSpPr/>
          <p:nvPr/>
        </p:nvSpPr>
        <p:spPr>
          <a:xfrm>
            <a:off x="1" y="6759575"/>
            <a:ext cx="12191999" cy="98426"/>
          </a:xfrm>
          <a:prstGeom prst="rect">
            <a:avLst/>
          </a:prstGeom>
          <a:gradFill>
            <a:gsLst>
              <a:gs pos="0">
                <a:srgbClr val="00A8B8"/>
              </a:gs>
              <a:gs pos="100000">
                <a:srgbClr val="2EEFE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18"/>
          <p:cNvSpPr/>
          <p:nvPr/>
        </p:nvSpPr>
        <p:spPr>
          <a:xfrm>
            <a:off x="7539720" y="-332466"/>
            <a:ext cx="486636" cy="123112"/>
          </a:xfrm>
          <a:prstGeom prst="rect">
            <a:avLst/>
          </a:prstGeom>
          <a:solidFill>
            <a:srgbClr val="00A8B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18"/>
          <p:cNvSpPr/>
          <p:nvPr/>
        </p:nvSpPr>
        <p:spPr>
          <a:xfrm>
            <a:off x="7058407" y="-332466"/>
            <a:ext cx="486636" cy="123112"/>
          </a:xfrm>
          <a:prstGeom prst="rect">
            <a:avLst/>
          </a:prstGeom>
          <a:solidFill>
            <a:srgbClr val="004A5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18"/>
          <p:cNvSpPr/>
          <p:nvPr/>
        </p:nvSpPr>
        <p:spPr>
          <a:xfrm>
            <a:off x="8026766" y="-332466"/>
            <a:ext cx="486636" cy="123112"/>
          </a:xfrm>
          <a:prstGeom prst="rect">
            <a:avLst/>
          </a:prstGeom>
          <a:solidFill>
            <a:srgbClr val="FFD61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18"/>
          <p:cNvSpPr/>
          <p:nvPr/>
        </p:nvSpPr>
        <p:spPr>
          <a:xfrm>
            <a:off x="8517690" y="-332466"/>
            <a:ext cx="486636" cy="123112"/>
          </a:xfrm>
          <a:prstGeom prst="rect">
            <a:avLst/>
          </a:prstGeom>
          <a:solidFill>
            <a:srgbClr val="2EEFE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18"/>
          <p:cNvSpPr/>
          <p:nvPr/>
        </p:nvSpPr>
        <p:spPr>
          <a:xfrm>
            <a:off x="9003476" y="-332466"/>
            <a:ext cx="486636" cy="123112"/>
          </a:xfrm>
          <a:prstGeom prst="rect">
            <a:avLst/>
          </a:prstGeom>
          <a:solidFill>
            <a:srgbClr val="0AF0B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18"/>
          <p:cNvSpPr/>
          <p:nvPr/>
        </p:nvSpPr>
        <p:spPr>
          <a:xfrm>
            <a:off x="9486859" y="-332466"/>
            <a:ext cx="486636" cy="123112"/>
          </a:xfrm>
          <a:prstGeom prst="rect">
            <a:avLst/>
          </a:prstGeom>
          <a:solidFill>
            <a:srgbClr val="F871A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18"/>
          <p:cNvSpPr/>
          <p:nvPr/>
        </p:nvSpPr>
        <p:spPr>
          <a:xfrm>
            <a:off x="9981685" y="-332466"/>
            <a:ext cx="486636" cy="123112"/>
          </a:xfrm>
          <a:prstGeom prst="rect">
            <a:avLst/>
          </a:prstGeom>
          <a:solidFill>
            <a:srgbClr val="0179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18"/>
          <p:cNvSpPr/>
          <p:nvPr/>
        </p:nvSpPr>
        <p:spPr>
          <a:xfrm>
            <a:off x="10468731" y="-332466"/>
            <a:ext cx="486636" cy="123112"/>
          </a:xfrm>
          <a:prstGeom prst="rect">
            <a:avLst/>
          </a:prstGeom>
          <a:solidFill>
            <a:srgbClr val="FF82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" name="Google Shape;48;p18"/>
          <p:cNvPicPr preferRelativeResize="0"/>
          <p:nvPr/>
        </p:nvPicPr>
        <p:blipFill rotWithShape="1">
          <a:blip r:embed="rId46">
            <a:alphaModFix/>
          </a:blip>
          <a:srcRect t="33183" b="33184"/>
          <a:stretch/>
        </p:blipFill>
        <p:spPr>
          <a:xfrm>
            <a:off x="269875" y="6311809"/>
            <a:ext cx="1460500" cy="368391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18"/>
          <p:cNvSpPr txBox="1">
            <a:spLocks noGrp="1"/>
          </p:cNvSpPr>
          <p:nvPr>
            <p:ph type="sldNum" idx="12"/>
          </p:nvPr>
        </p:nvSpPr>
        <p:spPr>
          <a:xfrm>
            <a:off x="9080211" y="6369050"/>
            <a:ext cx="2743200" cy="19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Presentation Name |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" name="Google Shape;50;p18"/>
          <p:cNvSpPr txBox="1">
            <a:spLocks noGrp="1"/>
          </p:cNvSpPr>
          <p:nvPr>
            <p:ph type="ftr" idx="11"/>
          </p:nvPr>
        </p:nvSpPr>
        <p:spPr>
          <a:xfrm>
            <a:off x="2065327" y="6369050"/>
            <a:ext cx="6533107" cy="19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9995227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7446">
          <p15:clr>
            <a:srgbClr val="F26B43"/>
          </p15:clr>
        </p15:guide>
        <p15:guide id="3" orient="horz" pos="913">
          <p15:clr>
            <a:srgbClr val="F26B43"/>
          </p15:clr>
        </p15:guide>
        <p15:guide id="4" orient="horz" pos="255">
          <p15:clr>
            <a:srgbClr val="F26B43"/>
          </p15:clr>
        </p15:guide>
        <p15:guide id="5" orient="horz" pos="3748">
          <p15:clr>
            <a:srgbClr val="F26B43"/>
          </p15:clr>
        </p15:guide>
        <p15:guide id="6" pos="234">
          <p15:clr>
            <a:srgbClr val="F26B43"/>
          </p15:clr>
        </p15:guide>
        <p15:guide id="7" pos="3840">
          <p15:clr>
            <a:srgbClr val="F26B43"/>
          </p15:clr>
        </p15:guide>
        <p15:guide id="8" pos="3782">
          <p15:clr>
            <a:srgbClr val="F26B43"/>
          </p15:clr>
        </p15:guide>
        <p15:guide id="9" pos="3900">
          <p15:clr>
            <a:srgbClr val="F26B43"/>
          </p15:clr>
        </p15:guide>
        <p15:guide id="10" orient="horz" pos="390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microsoft.com/office/2014/relationships/chartEx" Target="../charts/chartEx2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1"/>
          <p:cNvSpPr txBox="1">
            <a:spLocks noGrp="1"/>
          </p:cNvSpPr>
          <p:nvPr>
            <p:ph type="body" idx="2"/>
          </p:nvPr>
        </p:nvSpPr>
        <p:spPr>
          <a:xfrm>
            <a:off x="382224" y="2356533"/>
            <a:ext cx="6249804" cy="1442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lang="en-US" sz="2800" dirty="0"/>
              <a:t>KPI Report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lang="en-US" sz="1800" b="0" dirty="0"/>
              <a:t>[Level 1] by [Level 2]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lang="en-US" sz="1800" b="0" dirty="0"/>
              <a:t>Data from [Start Date] – [End Date]</a:t>
            </a:r>
            <a:endParaRPr sz="1800" b="0" dirty="0"/>
          </a:p>
        </p:txBody>
      </p:sp>
      <p:pic>
        <p:nvPicPr>
          <p:cNvPr id="631" name="Google Shape;631;p1"/>
          <p:cNvPicPr preferRelativeResize="0"/>
          <p:nvPr/>
        </p:nvPicPr>
        <p:blipFill rotWithShape="1">
          <a:blip r:embed="rId3">
            <a:alphaModFix/>
          </a:blip>
          <a:srcRect l="87" t="46239" r="43156" b="-23"/>
          <a:stretch/>
        </p:blipFill>
        <p:spPr>
          <a:xfrm>
            <a:off x="8170817" y="1"/>
            <a:ext cx="4021185" cy="4858388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1"/>
          <p:cNvSpPr/>
          <p:nvPr/>
        </p:nvSpPr>
        <p:spPr>
          <a:xfrm>
            <a:off x="382225" y="5266557"/>
            <a:ext cx="3521075" cy="1022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9AC94D2-0421-FF6A-6DA2-D8019D9478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/>
              <a:t>[Level 1] KPI Tree and YoY Change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94DDCF-441F-A3AE-B525-2E3A2B3B61FE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Level 1 KPI Tree</a:t>
            </a:r>
          </a:p>
        </p:txBody>
      </p:sp>
    </p:spTree>
    <p:extLst>
      <p:ext uri="{BB962C8B-B14F-4D97-AF65-F5344CB8AC3E}">
        <p14:creationId xmlns:p14="http://schemas.microsoft.com/office/powerpoint/2010/main" val="534769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060D625-93F4-1D03-399D-FA2A7E850B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67939B7-AB78-2091-46D0-A701BCBB4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Brand Tree: Level 1 Value Sales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D492F8-0E81-08FB-D057-7615D605C577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AC7FB7-F89D-257E-DB78-29CC0BE8F82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Presentation Name | </a:t>
            </a:r>
            <a:fld id="{00000000-1234-1234-1234-123412341234}" type="slidenum">
              <a:rPr lang="en-US" smtClean="0"/>
              <a:t>3</a:t>
            </a:fld>
            <a:endParaRPr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7181A0B9-F62D-744E-5AB2-885D22D07B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11830660"/>
              </p:ext>
            </p:extLst>
          </p:nvPr>
        </p:nvGraphicFramePr>
        <p:xfrm>
          <a:off x="2032000" y="1449388"/>
          <a:ext cx="8128000" cy="46889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8041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8A851-C19F-80B4-35E6-F94918167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020E6CB-FA54-23EC-1F26-AC874A9634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18C0CCF-CE15-6FEB-2CC0-487D08121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Brand Tree: Level 1 Volume Sales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FA5379-7CAC-3B51-350E-68989AAF85CB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75419B-413C-BD81-F33E-60D2751097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Presentation Name | </a:t>
            </a:r>
            <a:fld id="{00000000-1234-1234-1234-123412341234}" type="slidenum">
              <a:rPr lang="en-US" smtClean="0"/>
              <a:t>4</a:t>
            </a:fld>
            <a:endParaRPr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256820B8-83E0-E3AB-2E99-3876AFF2B21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04051182"/>
              </p:ext>
            </p:extLst>
          </p:nvPr>
        </p:nvGraphicFramePr>
        <p:xfrm>
          <a:off x="2032000" y="1449388"/>
          <a:ext cx="8128000" cy="46889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36142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BC729-1BFA-598B-3A4F-CA173B38E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8D77287-7D53-D6FA-ECCA-AA09E7CD24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/>
              <a:t>[Level 1] KPIs by [Time Period]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D9044E-C023-CDED-BFE4-0CFC80E89398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Level 1 KPIs</a:t>
            </a:r>
          </a:p>
        </p:txBody>
      </p:sp>
    </p:spTree>
    <p:extLst>
      <p:ext uri="{BB962C8B-B14F-4D97-AF65-F5344CB8AC3E}">
        <p14:creationId xmlns:p14="http://schemas.microsoft.com/office/powerpoint/2010/main" val="2295207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8C884-7BC1-9E4B-FB3F-0B33C0139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4EC5B0C-71C8-5B83-D11C-1F7E52981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[Metric] Over Time: [Level 1] [Level 1 Name]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9DECA8-20B8-135B-75B8-A4718E2C9294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F7874F-1EAB-5117-4ECE-0ABF2743404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Presentation Name | </a:t>
            </a:r>
            <a:fld id="{00000000-1234-1234-1234-123412341234}" type="slidenum">
              <a:rPr lang="en-US" smtClean="0"/>
              <a:t>6</a:t>
            </a:fld>
            <a:endParaRPr/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D3023A2D-8624-06BD-E778-8BDB522C3B5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4179501"/>
              </p:ext>
            </p:extLst>
          </p:nvPr>
        </p:nvGraphicFramePr>
        <p:xfrm>
          <a:off x="371475" y="1375794"/>
          <a:ext cx="11449050" cy="47625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39978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769C5-9945-6C53-0B34-F9B84F855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74D899E-3641-DE8B-D66B-8B34E47A8D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/>
              <a:t>[Level 2] KPI Summary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3B3CEE-67B9-158F-B83A-A273D37A4B73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Level 2 KPIs</a:t>
            </a:r>
          </a:p>
        </p:txBody>
      </p:sp>
    </p:spTree>
    <p:extLst>
      <p:ext uri="{BB962C8B-B14F-4D97-AF65-F5344CB8AC3E}">
        <p14:creationId xmlns:p14="http://schemas.microsoft.com/office/powerpoint/2010/main" val="4102073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85F3D-DA79-4F25-FFD6-568830083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84995E6-D809-4C83-4470-30E49D9CC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 Share Comparison: [Level 2]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6FD618-89D3-E9E9-C1BD-A9548A6AC0F5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9137D5-14A0-1D14-D1F3-0F5856F30B0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Presentation Name | </a:t>
            </a:r>
            <a:fld id="{00000000-1234-1234-1234-123412341234}" type="slidenum">
              <a:rPr lang="en-US" smtClean="0"/>
              <a:t>8</a:t>
            </a:fld>
            <a:endParaRPr/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9" name="Chart 8">
                <a:extLst>
                  <a:ext uri="{FF2B5EF4-FFF2-40B4-BE49-F238E27FC236}">
                    <a16:creationId xmlns:a16="http://schemas.microsoft.com/office/drawing/2014/main" id="{4ADEE1FF-43FA-4AE7-3FDA-D1FF1FF6AF77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453859622"/>
                  </p:ext>
                </p:extLst>
              </p:nvPr>
            </p:nvGraphicFramePr>
            <p:xfrm>
              <a:off x="371475" y="1375794"/>
              <a:ext cx="11449050" cy="4762539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9" name="Chart 8">
                <a:extLst>
                  <a:ext uri="{FF2B5EF4-FFF2-40B4-BE49-F238E27FC236}">
                    <a16:creationId xmlns:a16="http://schemas.microsoft.com/office/drawing/2014/main" id="{4ADEE1FF-43FA-4AE7-3FDA-D1FF1FF6AF7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1475" y="1375794"/>
                <a:ext cx="11449050" cy="476253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73617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98B44-97B4-1616-B795-34D89FFCA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B4C64EA-9BFE-4326-1CC9-F5EF7F17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Volume Share Comparison: [Level 2]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508B5A-1DEC-2255-E107-E45AFB74240D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9BDBBE-50EA-8B88-67B0-2B107B876E9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Presentation Name | </a:t>
            </a:r>
            <a:fld id="{00000000-1234-1234-1234-123412341234}" type="slidenum">
              <a:rPr lang="en-US" smtClean="0"/>
              <a:t>9</a:t>
            </a:fld>
            <a:endParaRPr/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9" name="Chart 8">
                <a:extLst>
                  <a:ext uri="{FF2B5EF4-FFF2-40B4-BE49-F238E27FC236}">
                    <a16:creationId xmlns:a16="http://schemas.microsoft.com/office/drawing/2014/main" id="{5A7AD3C8-B889-6FD6-58E0-E08B15E27921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523090119"/>
                  </p:ext>
                </p:extLst>
              </p:nvPr>
            </p:nvGraphicFramePr>
            <p:xfrm>
              <a:off x="371475" y="1375794"/>
              <a:ext cx="11449050" cy="4762539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9" name="Chart 8">
                <a:extLst>
                  <a:ext uri="{FF2B5EF4-FFF2-40B4-BE49-F238E27FC236}">
                    <a16:creationId xmlns:a16="http://schemas.microsoft.com/office/drawing/2014/main" id="{5A7AD3C8-B889-6FD6-58E0-E08B15E2792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1475" y="1375794"/>
                <a:ext cx="11449050" cy="476253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04106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6954A-2A36-52D4-320C-570DDC515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E78A687-5013-AB74-874E-57C0AEDC92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/>
              <a:t>Top 10 [Level 2] KPIs by [Period]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47AEC0-388E-7D4A-AAA4-908F1E9AF374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Level 2 KPIs</a:t>
            </a:r>
          </a:p>
        </p:txBody>
      </p:sp>
    </p:spTree>
    <p:extLst>
      <p:ext uri="{BB962C8B-B14F-4D97-AF65-F5344CB8AC3E}">
        <p14:creationId xmlns:p14="http://schemas.microsoft.com/office/powerpoint/2010/main" val="476824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208EA1A-5BCD-E1DE-1AF4-FA4238210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10 [Level 2 Name]s KPI Summary and Change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AA0751-387C-6E32-28FC-77A7E98F280C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B394A3-35A9-BCA8-24CB-51030B4F971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Presentation Name | </a:t>
            </a:r>
            <a:fld id="{00000000-1234-1234-1234-123412341234}" type="slidenum">
              <a:rPr lang="en-US" smtClean="0"/>
              <a:t>11</a:t>
            </a:fld>
            <a:endParaRPr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B14348A-1B05-96F0-A5DF-A3631F5157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6125641"/>
              </p:ext>
            </p:extLst>
          </p:nvPr>
        </p:nvGraphicFramePr>
        <p:xfrm>
          <a:off x="365637" y="1449387"/>
          <a:ext cx="11457770" cy="45217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5777">
                  <a:extLst>
                    <a:ext uri="{9D8B030D-6E8A-4147-A177-3AD203B41FA5}">
                      <a16:colId xmlns:a16="http://schemas.microsoft.com/office/drawing/2014/main" val="3637186313"/>
                    </a:ext>
                  </a:extLst>
                </a:gridCol>
                <a:gridCol w="1145777">
                  <a:extLst>
                    <a:ext uri="{9D8B030D-6E8A-4147-A177-3AD203B41FA5}">
                      <a16:colId xmlns:a16="http://schemas.microsoft.com/office/drawing/2014/main" val="3916805096"/>
                    </a:ext>
                  </a:extLst>
                </a:gridCol>
                <a:gridCol w="1145777">
                  <a:extLst>
                    <a:ext uri="{9D8B030D-6E8A-4147-A177-3AD203B41FA5}">
                      <a16:colId xmlns:a16="http://schemas.microsoft.com/office/drawing/2014/main" val="757761445"/>
                    </a:ext>
                  </a:extLst>
                </a:gridCol>
                <a:gridCol w="1145777">
                  <a:extLst>
                    <a:ext uri="{9D8B030D-6E8A-4147-A177-3AD203B41FA5}">
                      <a16:colId xmlns:a16="http://schemas.microsoft.com/office/drawing/2014/main" val="3507445816"/>
                    </a:ext>
                  </a:extLst>
                </a:gridCol>
                <a:gridCol w="1145777">
                  <a:extLst>
                    <a:ext uri="{9D8B030D-6E8A-4147-A177-3AD203B41FA5}">
                      <a16:colId xmlns:a16="http://schemas.microsoft.com/office/drawing/2014/main" val="629088739"/>
                    </a:ext>
                  </a:extLst>
                </a:gridCol>
                <a:gridCol w="1145777">
                  <a:extLst>
                    <a:ext uri="{9D8B030D-6E8A-4147-A177-3AD203B41FA5}">
                      <a16:colId xmlns:a16="http://schemas.microsoft.com/office/drawing/2014/main" val="4079114606"/>
                    </a:ext>
                  </a:extLst>
                </a:gridCol>
                <a:gridCol w="1145777">
                  <a:extLst>
                    <a:ext uri="{9D8B030D-6E8A-4147-A177-3AD203B41FA5}">
                      <a16:colId xmlns:a16="http://schemas.microsoft.com/office/drawing/2014/main" val="2687225221"/>
                    </a:ext>
                  </a:extLst>
                </a:gridCol>
                <a:gridCol w="1145777">
                  <a:extLst>
                    <a:ext uri="{9D8B030D-6E8A-4147-A177-3AD203B41FA5}">
                      <a16:colId xmlns:a16="http://schemas.microsoft.com/office/drawing/2014/main" val="2164713150"/>
                    </a:ext>
                  </a:extLst>
                </a:gridCol>
                <a:gridCol w="1145777">
                  <a:extLst>
                    <a:ext uri="{9D8B030D-6E8A-4147-A177-3AD203B41FA5}">
                      <a16:colId xmlns:a16="http://schemas.microsoft.com/office/drawing/2014/main" val="4279165399"/>
                    </a:ext>
                  </a:extLst>
                </a:gridCol>
                <a:gridCol w="1145777">
                  <a:extLst>
                    <a:ext uri="{9D8B030D-6E8A-4147-A177-3AD203B41FA5}">
                      <a16:colId xmlns:a16="http://schemas.microsoft.com/office/drawing/2014/main" val="3185371579"/>
                    </a:ext>
                  </a:extLst>
                </a:gridCol>
              </a:tblGrid>
              <a:tr h="375047"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2"/>
                        </a:solidFill>
                      </a:endParaRPr>
                    </a:p>
                  </a:txBody>
                  <a:tcPr anchor="b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>
                          <a:solidFill>
                            <a:schemeClr val="tx2"/>
                          </a:solidFill>
                        </a:rPr>
                        <a:t>TOTAL SALES (VALUE)</a:t>
                      </a:r>
                    </a:p>
                  </a:txBody>
                  <a:tcPr anchor="b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>
                          <a:solidFill>
                            <a:schemeClr val="tx2"/>
                          </a:solidFill>
                        </a:rPr>
                        <a:t>TOTAL HHS</a:t>
                      </a:r>
                    </a:p>
                  </a:txBody>
                  <a:tcPr anchor="b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>
                          <a:solidFill>
                            <a:schemeClr val="tx2"/>
                          </a:solidFill>
                        </a:rPr>
                        <a:t>HH PENETRATION</a:t>
                      </a:r>
                    </a:p>
                  </a:txBody>
                  <a:tcPr anchor="b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>
                          <a:solidFill>
                            <a:schemeClr val="tx2"/>
                          </a:solidFill>
                        </a:rPr>
                        <a:t>REPEAT RATE</a:t>
                      </a:r>
                    </a:p>
                  </a:txBody>
                  <a:tcPr anchor="b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>
                          <a:solidFill>
                            <a:schemeClr val="tx2"/>
                          </a:solidFill>
                        </a:rPr>
                        <a:t>BUY RATE (SPEND)</a:t>
                      </a:r>
                    </a:p>
                  </a:txBody>
                  <a:tcPr anchor="b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>
                          <a:solidFill>
                            <a:schemeClr val="tx2"/>
                          </a:solidFill>
                        </a:rPr>
                        <a:t>PURCHASE FREQUENCY</a:t>
                      </a:r>
                    </a:p>
                  </a:txBody>
                  <a:tcPr anchor="b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>
                          <a:solidFill>
                            <a:schemeClr val="tx2"/>
                          </a:solidFill>
                        </a:rPr>
                        <a:t>SPEND PER TRIP</a:t>
                      </a:r>
                    </a:p>
                  </a:txBody>
                  <a:tcPr anchor="b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>
                          <a:solidFill>
                            <a:schemeClr val="tx2"/>
                          </a:solidFill>
                        </a:rPr>
                        <a:t>UNITS PER TRIP</a:t>
                      </a:r>
                    </a:p>
                  </a:txBody>
                  <a:tcPr anchor="b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>
                          <a:solidFill>
                            <a:schemeClr val="tx2"/>
                          </a:solidFill>
                        </a:rPr>
                        <a:t>SPEND PER UNIT</a:t>
                      </a:r>
                    </a:p>
                  </a:txBody>
                  <a:tcPr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0058310"/>
                  </a:ext>
                </a:extLst>
              </a:tr>
              <a:tr h="375047">
                <a:tc>
                  <a:txBody>
                    <a:bodyPr/>
                    <a:lstStyle/>
                    <a:p>
                      <a:r>
                        <a:rPr lang="en-US" sz="1000" b="1" dirty="0"/>
                        <a:t>LEVEL 1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 dirty="0"/>
                        <a:t>$ </a:t>
                      </a:r>
                      <a:r>
                        <a:rPr lang="en-US" sz="1000" b="0" i="0" dirty="0"/>
                        <a:t>(+/-%)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1" dirty="0"/>
                        <a:t>#  </a:t>
                      </a:r>
                      <a:r>
                        <a:rPr lang="en-US" sz="1000" b="0" i="0" dirty="0"/>
                        <a:t>(+/-%)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1" dirty="0"/>
                        <a:t>% </a:t>
                      </a:r>
                      <a:r>
                        <a:rPr lang="en-US" sz="1000" b="0" i="0" dirty="0"/>
                        <a:t>(+/- pp)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1" dirty="0"/>
                        <a:t>% </a:t>
                      </a:r>
                      <a:r>
                        <a:rPr lang="en-US" sz="1000" b="0" i="0" dirty="0"/>
                        <a:t>(+/- pp)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 dirty="0"/>
                        <a:t>$ </a:t>
                      </a:r>
                      <a:r>
                        <a:rPr lang="en-US" sz="1000" b="0" i="0" dirty="0"/>
                        <a:t>(+/-%)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1" dirty="0"/>
                        <a:t>#  </a:t>
                      </a:r>
                      <a:r>
                        <a:rPr lang="en-US" sz="1000" b="0" i="0" dirty="0"/>
                        <a:t>(+/-%)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 dirty="0"/>
                        <a:t>$ </a:t>
                      </a:r>
                      <a:r>
                        <a:rPr lang="en-US" sz="1000" b="0" i="0" dirty="0"/>
                        <a:t>(+/-%)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1" dirty="0"/>
                        <a:t>#  </a:t>
                      </a:r>
                      <a:r>
                        <a:rPr lang="en-US" sz="1000" b="0" i="0" dirty="0"/>
                        <a:t>(+/-%)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 dirty="0"/>
                        <a:t>$ </a:t>
                      </a:r>
                      <a:r>
                        <a:rPr lang="en-US" sz="1000" b="0" i="0" dirty="0"/>
                        <a:t>(+/-%)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976510"/>
                  </a:ext>
                </a:extLst>
              </a:tr>
              <a:tr h="375047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LEVEL 2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$ </a:t>
                      </a:r>
                      <a:r>
                        <a:rPr lang="en-US" sz="10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(+/-%)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#  </a:t>
                      </a:r>
                      <a:r>
                        <a:rPr lang="en-US" sz="10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(+/-%)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% </a:t>
                      </a:r>
                      <a:r>
                        <a:rPr lang="en-US" sz="10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(+/- pp)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% </a:t>
                      </a:r>
                      <a:r>
                        <a:rPr lang="en-US" sz="10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(+/- pp)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$ </a:t>
                      </a:r>
                      <a:r>
                        <a:rPr lang="en-US" sz="10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(+/-%)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#  </a:t>
                      </a:r>
                      <a:r>
                        <a:rPr lang="en-US" sz="10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(+/-%)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$ </a:t>
                      </a:r>
                      <a:r>
                        <a:rPr lang="en-US" sz="10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(+/-%)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#  </a:t>
                      </a:r>
                      <a:r>
                        <a:rPr lang="en-US" sz="10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(+/-%)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$ </a:t>
                      </a:r>
                      <a:r>
                        <a:rPr lang="en-US" sz="10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(+/-%)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1824446"/>
                  </a:ext>
                </a:extLst>
              </a:tr>
              <a:tr h="375047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LEVEL 2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$ </a:t>
                      </a:r>
                      <a:r>
                        <a:rPr lang="en-US" sz="10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(+/-%)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#  </a:t>
                      </a:r>
                      <a:r>
                        <a:rPr lang="en-US" sz="10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(+/-%)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% </a:t>
                      </a:r>
                      <a:r>
                        <a:rPr lang="en-US" sz="10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(+/- pp)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% </a:t>
                      </a:r>
                      <a:r>
                        <a:rPr lang="en-US" sz="10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(+/- pp)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$ </a:t>
                      </a:r>
                      <a:r>
                        <a:rPr lang="en-US" sz="10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(+/-%)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#  </a:t>
                      </a:r>
                      <a:r>
                        <a:rPr lang="en-US" sz="10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(+/-%)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$ </a:t>
                      </a:r>
                      <a:r>
                        <a:rPr lang="en-US" sz="10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(+/-%)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#  </a:t>
                      </a:r>
                      <a:r>
                        <a:rPr lang="en-US" sz="10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(+/-%)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$ </a:t>
                      </a:r>
                      <a:r>
                        <a:rPr lang="en-US" sz="10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(+/-%)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8387114"/>
                  </a:ext>
                </a:extLst>
              </a:tr>
              <a:tr h="375047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LEVEL 2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$ </a:t>
                      </a:r>
                      <a:r>
                        <a:rPr lang="en-US" sz="10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(+/-%)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#  </a:t>
                      </a:r>
                      <a:r>
                        <a:rPr lang="en-US" sz="10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(+/-%)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% </a:t>
                      </a:r>
                      <a:r>
                        <a:rPr lang="en-US" sz="10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(+/- pp)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% </a:t>
                      </a:r>
                      <a:r>
                        <a:rPr lang="en-US" sz="10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(+/- pp)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$ </a:t>
                      </a:r>
                      <a:r>
                        <a:rPr lang="en-US" sz="10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(+/-%)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#  </a:t>
                      </a:r>
                      <a:r>
                        <a:rPr lang="en-US" sz="10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(+/-%)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$ </a:t>
                      </a:r>
                      <a:r>
                        <a:rPr lang="en-US" sz="10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(+/-%)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#  </a:t>
                      </a:r>
                      <a:r>
                        <a:rPr lang="en-US" sz="10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(+/-%)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$ </a:t>
                      </a:r>
                      <a:r>
                        <a:rPr lang="en-US" sz="10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(+/-%)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0339532"/>
                  </a:ext>
                </a:extLst>
              </a:tr>
              <a:tr h="375047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LEVEL 2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$ </a:t>
                      </a:r>
                      <a:r>
                        <a:rPr lang="en-US" sz="10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(+/-%)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#  </a:t>
                      </a:r>
                      <a:r>
                        <a:rPr lang="en-US" sz="10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(+/-%)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% </a:t>
                      </a:r>
                      <a:r>
                        <a:rPr lang="en-US" sz="10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(+/- pp)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% </a:t>
                      </a:r>
                      <a:r>
                        <a:rPr lang="en-US" sz="10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(+/- pp)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$ </a:t>
                      </a:r>
                      <a:r>
                        <a:rPr lang="en-US" sz="10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(+/-%)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#  </a:t>
                      </a:r>
                      <a:r>
                        <a:rPr lang="en-US" sz="10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(+/-%)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$ </a:t>
                      </a:r>
                      <a:r>
                        <a:rPr lang="en-US" sz="10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(+/-%)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#  </a:t>
                      </a:r>
                      <a:r>
                        <a:rPr lang="en-US" sz="10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(+/-%)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$ </a:t>
                      </a:r>
                      <a:r>
                        <a:rPr lang="en-US" sz="10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(+/-%)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5716742"/>
                  </a:ext>
                </a:extLst>
              </a:tr>
              <a:tr h="375047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LEVEL 2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$ </a:t>
                      </a:r>
                      <a:r>
                        <a:rPr lang="en-US" sz="10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(+/-%)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#  </a:t>
                      </a:r>
                      <a:r>
                        <a:rPr lang="en-US" sz="10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(+/-%)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% </a:t>
                      </a:r>
                      <a:r>
                        <a:rPr lang="en-US" sz="10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(+/- pp)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% </a:t>
                      </a:r>
                      <a:r>
                        <a:rPr lang="en-US" sz="10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(+/- pp)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$ </a:t>
                      </a:r>
                      <a:r>
                        <a:rPr lang="en-US" sz="10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(+/-%)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#  </a:t>
                      </a:r>
                      <a:r>
                        <a:rPr lang="en-US" sz="10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(+/-%)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$ </a:t>
                      </a:r>
                      <a:r>
                        <a:rPr lang="en-US" sz="10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(+/-%)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#  </a:t>
                      </a:r>
                      <a:r>
                        <a:rPr lang="en-US" sz="10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(+/-%)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$ </a:t>
                      </a:r>
                      <a:r>
                        <a:rPr lang="en-US" sz="10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(+/-%)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3893601"/>
                  </a:ext>
                </a:extLst>
              </a:tr>
              <a:tr h="375047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LEVEL 2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$ </a:t>
                      </a:r>
                      <a:r>
                        <a:rPr lang="en-US" sz="10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(+/-%)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#  </a:t>
                      </a:r>
                      <a:r>
                        <a:rPr lang="en-US" sz="10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(+/-%)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% </a:t>
                      </a:r>
                      <a:r>
                        <a:rPr lang="en-US" sz="10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(+/- pp)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% </a:t>
                      </a:r>
                      <a:r>
                        <a:rPr lang="en-US" sz="10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(+/- pp)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$ </a:t>
                      </a:r>
                      <a:r>
                        <a:rPr lang="en-US" sz="10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(+/-%)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#  </a:t>
                      </a:r>
                      <a:r>
                        <a:rPr lang="en-US" sz="10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(+/-%)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$ </a:t>
                      </a:r>
                      <a:r>
                        <a:rPr lang="en-US" sz="10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(+/-%)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#  </a:t>
                      </a:r>
                      <a:r>
                        <a:rPr lang="en-US" sz="10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(+/-%)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$ </a:t>
                      </a:r>
                      <a:r>
                        <a:rPr lang="en-US" sz="10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(+/-%)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3422420"/>
                  </a:ext>
                </a:extLst>
              </a:tr>
              <a:tr h="375047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LEVEL 2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$ </a:t>
                      </a:r>
                      <a:r>
                        <a:rPr lang="en-US" sz="10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(+/-%)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#  </a:t>
                      </a:r>
                      <a:r>
                        <a:rPr lang="en-US" sz="10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(+/-%)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% </a:t>
                      </a:r>
                      <a:r>
                        <a:rPr lang="en-US" sz="10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(+/- pp)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% </a:t>
                      </a:r>
                      <a:r>
                        <a:rPr lang="en-US" sz="10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(+/- pp)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$ </a:t>
                      </a:r>
                      <a:r>
                        <a:rPr lang="en-US" sz="10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(+/-%)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#  </a:t>
                      </a:r>
                      <a:r>
                        <a:rPr lang="en-US" sz="10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(+/-%)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$ </a:t>
                      </a:r>
                      <a:r>
                        <a:rPr lang="en-US" sz="10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(+/-%)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#  </a:t>
                      </a:r>
                      <a:r>
                        <a:rPr lang="en-US" sz="10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(+/-%)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$ </a:t>
                      </a:r>
                      <a:r>
                        <a:rPr lang="en-US" sz="10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(+/-%)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6001427"/>
                  </a:ext>
                </a:extLst>
              </a:tr>
              <a:tr h="375047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LEVEL 2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$ </a:t>
                      </a:r>
                      <a:r>
                        <a:rPr lang="en-US" sz="10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(+/-%)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#  </a:t>
                      </a:r>
                      <a:r>
                        <a:rPr lang="en-US" sz="10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(+/-%)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% </a:t>
                      </a:r>
                      <a:r>
                        <a:rPr lang="en-US" sz="10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(+/- pp)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% </a:t>
                      </a:r>
                      <a:r>
                        <a:rPr lang="en-US" sz="10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(+/- pp)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$ </a:t>
                      </a:r>
                      <a:r>
                        <a:rPr lang="en-US" sz="10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(+/-%)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#  </a:t>
                      </a:r>
                      <a:r>
                        <a:rPr lang="en-US" sz="10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(+/-%)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$ </a:t>
                      </a:r>
                      <a:r>
                        <a:rPr lang="en-US" sz="10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(+/-%)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#  </a:t>
                      </a:r>
                      <a:r>
                        <a:rPr lang="en-US" sz="10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(+/-%)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$ </a:t>
                      </a:r>
                      <a:r>
                        <a:rPr lang="en-US" sz="10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(+/-%)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6933301"/>
                  </a:ext>
                </a:extLst>
              </a:tr>
              <a:tr h="375047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LEVEL 2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$ </a:t>
                      </a:r>
                      <a:r>
                        <a:rPr lang="en-US" sz="10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(+/-%)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#  </a:t>
                      </a:r>
                      <a:r>
                        <a:rPr lang="en-US" sz="10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(+/-%)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% </a:t>
                      </a:r>
                      <a:r>
                        <a:rPr lang="en-US" sz="10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(+/- pp)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% </a:t>
                      </a:r>
                      <a:r>
                        <a:rPr lang="en-US" sz="10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(+/- pp)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$ </a:t>
                      </a:r>
                      <a:r>
                        <a:rPr lang="en-US" sz="10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(+/-%)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#  </a:t>
                      </a:r>
                      <a:r>
                        <a:rPr lang="en-US" sz="10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(+/-%)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$ </a:t>
                      </a:r>
                      <a:r>
                        <a:rPr lang="en-US" sz="10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(+/-%)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#  </a:t>
                      </a:r>
                      <a:r>
                        <a:rPr lang="en-US" sz="10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(+/-%)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$ </a:t>
                      </a:r>
                      <a:r>
                        <a:rPr lang="en-US" sz="10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(+/-%)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3669246"/>
                  </a:ext>
                </a:extLst>
              </a:tr>
              <a:tr h="375047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LEVEL 2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$ </a:t>
                      </a:r>
                      <a:r>
                        <a:rPr lang="en-US" sz="10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(+/-%)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#  </a:t>
                      </a:r>
                      <a:r>
                        <a:rPr lang="en-US" sz="10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(+/-%)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% </a:t>
                      </a:r>
                      <a:r>
                        <a:rPr lang="en-US" sz="10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(+/- pp)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% </a:t>
                      </a:r>
                      <a:r>
                        <a:rPr lang="en-US" sz="10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(+/- pp)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$ </a:t>
                      </a:r>
                      <a:r>
                        <a:rPr lang="en-US" sz="10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(+/-%)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#  </a:t>
                      </a:r>
                      <a:r>
                        <a:rPr lang="en-US" sz="10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(+/-%)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$ </a:t>
                      </a:r>
                      <a:r>
                        <a:rPr lang="en-US" sz="10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(+/-%)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#  </a:t>
                      </a:r>
                      <a:r>
                        <a:rPr lang="en-US" sz="10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(+/-%)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$ </a:t>
                      </a:r>
                      <a:r>
                        <a:rPr lang="en-US" sz="10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(+/-%)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3554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6495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88613-6FD8-0325-AEAE-AE4583559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8A8F5B0-C47B-546D-362D-F3F656535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[Metric] Over Time: Level 2, Top 10 [Level 2 Name]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DEB70B-805E-7D57-E414-F68351C74255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B6F091-39ED-0555-11FF-9A67191D59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Presentation Name | </a:t>
            </a:r>
            <a:fld id="{00000000-1234-1234-1234-123412341234}" type="slidenum">
              <a:rPr lang="en-US" smtClean="0"/>
              <a:t>12</a:t>
            </a:fld>
            <a:endParaRPr/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66F6E8E3-6924-DBEF-26EA-164C1687E9E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53553395"/>
              </p:ext>
            </p:extLst>
          </p:nvPr>
        </p:nvGraphicFramePr>
        <p:xfrm>
          <a:off x="371475" y="1375794"/>
          <a:ext cx="11449050" cy="47625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39449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DCC8CB3-340A-F9B2-5156-6DD2EFB120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dirty="0"/>
              <a:t>Summary of conclusions and recommendations for a CPG company based on the associated data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dirty="0"/>
              <a:t>Conclusions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en-US" dirty="0"/>
              <a:t>Drivers of trends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en-US" dirty="0"/>
              <a:t>Outliers that are large enough to mitigate trends or cause countertrends for certain subsets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dirty="0"/>
              <a:t>Recommendations - Actions that a CPG organization could take, for example…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en-US" dirty="0"/>
              <a:t>Re-evaluate a product that isn’t doing well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en-US" dirty="0"/>
              <a:t>Refocus messaging on an attribute that has a lot of growing items (e.g. zero sugar or high protein SKUs)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en-US" dirty="0"/>
              <a:t>Distribution in a retailer that is strong for a competitor but not for the </a:t>
            </a:r>
            <a:r>
              <a:rPr lang="en-US"/>
              <a:t>focus brand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6326E62-2D2C-5A32-534B-F7EF65EBF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7A2314-E899-112F-5AB6-F032B4D9F8B4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08C8F3-A6F0-8715-81BB-96B1CD6570F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Presentation Name | </a:t>
            </a:r>
            <a:fld id="{00000000-1234-1234-1234-123412341234}" type="slidenum">
              <a:rPr lang="en-US" smtClean="0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8955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Kantar template master">
  <a:themeElements>
    <a:clrScheme name="Worldpanel colour theme">
      <a:dk1>
        <a:srgbClr val="004A52"/>
      </a:dk1>
      <a:lt1>
        <a:srgbClr val="FFFFFF"/>
      </a:lt1>
      <a:dk2>
        <a:srgbClr val="004A52"/>
      </a:dk2>
      <a:lt2>
        <a:srgbClr val="01A7B7"/>
      </a:lt2>
      <a:accent1>
        <a:srgbClr val="FFD528"/>
      </a:accent1>
      <a:accent2>
        <a:srgbClr val="2EEFEE"/>
      </a:accent2>
      <a:accent3>
        <a:srgbClr val="0CEFB7"/>
      </a:accent3>
      <a:accent4>
        <a:srgbClr val="F771A0"/>
      </a:accent4>
      <a:accent5>
        <a:srgbClr val="0078FC"/>
      </a:accent5>
      <a:accent6>
        <a:srgbClr val="FF8215"/>
      </a:accent6>
      <a:hlink>
        <a:srgbClr val="00E759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14710</TotalTime>
  <Words>766</Words>
  <Application>Microsoft Office PowerPoint</Application>
  <PresentationFormat>Widescreen</PresentationFormat>
  <Paragraphs>194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Aptos</vt:lpstr>
      <vt:lpstr>Arial</vt:lpstr>
      <vt:lpstr>Kantar template master</vt:lpstr>
      <vt:lpstr>PowerPoint Presentation</vt:lpstr>
      <vt:lpstr>PowerPoint Presentation</vt:lpstr>
      <vt:lpstr>Brand Tree: Level 1 Value Sales</vt:lpstr>
      <vt:lpstr>Brand Tree: Level 1 Volume Sales</vt:lpstr>
      <vt:lpstr>PowerPoint Presentation</vt:lpstr>
      <vt:lpstr>[Metric] Over Time: [Level 1] [Level 1 Name]</vt:lpstr>
      <vt:lpstr>PowerPoint Presentation</vt:lpstr>
      <vt:lpstr>Value Share Comparison: [Level 2]</vt:lpstr>
      <vt:lpstr>Volume Share Comparison: [Level 2]</vt:lpstr>
      <vt:lpstr>PowerPoint Presentation</vt:lpstr>
      <vt:lpstr>Top 10 [Level 2 Name]s KPI Summary and Change</vt:lpstr>
      <vt:lpstr>[Metric] Over Time: Level 2, Top 10 [Level 2 Name]</vt:lpstr>
      <vt:lpstr>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Steve Kramer</dc:creator>
  <cp:lastModifiedBy>Steve Kramer</cp:lastModifiedBy>
  <cp:revision>10</cp:revision>
  <dcterms:created xsi:type="dcterms:W3CDTF">2026-05-28T23:06:25Z</dcterms:created>
  <dcterms:modified xsi:type="dcterms:W3CDTF">2026-06-15T23:04:25Z</dcterms:modified>
</cp:coreProperties>
</file>